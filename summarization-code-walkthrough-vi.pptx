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690e4138ad4538" /><Relationship Type="http://schemas.openxmlformats.org/officeDocument/2006/relationships/extended-properties" Target="/docProps/app.xml" Id="R19bcadd71e0c4045" /><Relationship Type="http://schemas.openxmlformats.org/officeDocument/2006/relationships/officeDocument" Target="/ppt/presentation.xml" Id="Rdf7d9819c1a2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92459d64942aa"/>
  </p:sldMasterIdLst>
  <p:notesMasterIdLst>
    <p:notesMasterId xmlns:r="http://schemas.openxmlformats.org/officeDocument/2006/relationships" r:id="Raa1732fcd48e40b5"/>
  </p:notesMasterIdLst>
  <p:sldIdLst>
    <p:sldId xmlns:r="http://schemas.openxmlformats.org/officeDocument/2006/relationships" id="256" r:id="R2c3b1efe3ab849ba"/>
    <p:sldId xmlns:r="http://schemas.openxmlformats.org/officeDocument/2006/relationships" id="257" r:id="R93b2ebb4762a4080"/>
    <p:sldId xmlns:r="http://schemas.openxmlformats.org/officeDocument/2006/relationships" id="258" r:id="R64e9073aec814853"/>
    <p:sldId xmlns:r="http://schemas.openxmlformats.org/officeDocument/2006/relationships" id="259" r:id="R1ac6d95a6f1642be"/>
    <p:sldId xmlns:r="http://schemas.openxmlformats.org/officeDocument/2006/relationships" id="260" r:id="Rd40744223fe545b7"/>
    <p:sldId xmlns:r="http://schemas.openxmlformats.org/officeDocument/2006/relationships" id="261" r:id="R52c6c989e46a4577"/>
    <p:sldId xmlns:r="http://schemas.openxmlformats.org/officeDocument/2006/relationships" id="262" r:id="Rb19ae0b65fb2431b"/>
    <p:sldId xmlns:r="http://schemas.openxmlformats.org/officeDocument/2006/relationships" id="263" r:id="Rdbd801f397554d72"/>
    <p:sldId xmlns:r="http://schemas.openxmlformats.org/officeDocument/2006/relationships" id="264" r:id="R3d01ca4c480844f3"/>
    <p:sldId xmlns:r="http://schemas.openxmlformats.org/officeDocument/2006/relationships" id="265" r:id="R71a4b846276d46af"/>
    <p:sldId xmlns:r="http://schemas.openxmlformats.org/officeDocument/2006/relationships" id="266" r:id="R5454e61a9a4142cc"/>
    <p:sldId xmlns:r="http://schemas.openxmlformats.org/officeDocument/2006/relationships" id="267" r:id="R7516a1d709814ff7"/>
    <p:sldId xmlns:r="http://schemas.openxmlformats.org/officeDocument/2006/relationships" id="268" r:id="R791bde5f1cc849e0"/>
    <p:sldId xmlns:r="http://schemas.openxmlformats.org/officeDocument/2006/relationships" id="269" r:id="R3daf926f612544fa"/>
    <p:sldId xmlns:r="http://schemas.openxmlformats.org/officeDocument/2006/relationships" id="270" r:id="R8ac797cc13374f78"/>
    <p:sldId xmlns:r="http://schemas.openxmlformats.org/officeDocument/2006/relationships" id="271" r:id="Raf29848036f44779"/>
    <p:sldId xmlns:r="http://schemas.openxmlformats.org/officeDocument/2006/relationships" id="272" r:id="R66af17522bfa4503"/>
    <p:sldId xmlns:r="http://schemas.openxmlformats.org/officeDocument/2006/relationships" id="273" r:id="Rc93ec0922caa4aca"/>
    <p:sldId xmlns:r="http://schemas.openxmlformats.org/officeDocument/2006/relationships" id="274" r:id="R2e10a192f85a47d1"/>
    <p:sldId xmlns:r="http://schemas.openxmlformats.org/officeDocument/2006/relationships" id="275" r:id="R6f367cbb6b42489c"/>
    <p:sldId xmlns:r="http://schemas.openxmlformats.org/officeDocument/2006/relationships" id="276" r:id="Rdb29d0d7e1aa470f"/>
    <p:sldId xmlns:r="http://schemas.openxmlformats.org/officeDocument/2006/relationships" id="277" r:id="R23a39f2297444626"/>
    <p:sldId xmlns:r="http://schemas.openxmlformats.org/officeDocument/2006/relationships" id="278" r:id="R83e3865b315d40d3"/>
    <p:sldId xmlns:r="http://schemas.openxmlformats.org/officeDocument/2006/relationships" id="279" r:id="Rd6d906d9368549b4"/>
    <p:sldId xmlns:r="http://schemas.openxmlformats.org/officeDocument/2006/relationships" id="280" r:id="Rbd5d8890aba244ed"/>
    <p:sldId xmlns:r="http://schemas.openxmlformats.org/officeDocument/2006/relationships" id="281" r:id="R0b9900330cfb4781"/>
    <p:sldId xmlns:r="http://schemas.openxmlformats.org/officeDocument/2006/relationships" id="282" r:id="Ra1a0a90cf8594966"/>
    <p:sldId xmlns:r="http://schemas.openxmlformats.org/officeDocument/2006/relationships" id="283" r:id="Rde80d933b29b4460"/>
    <p:sldId xmlns:r="http://schemas.openxmlformats.org/officeDocument/2006/relationships" id="284" r:id="R5eaf605f9667436c"/>
    <p:sldId xmlns:r="http://schemas.openxmlformats.org/officeDocument/2006/relationships" id="285" r:id="R76dd73e16ace43f8"/>
    <p:sldId xmlns:r="http://schemas.openxmlformats.org/officeDocument/2006/relationships" id="286" r:id="Rf59bfb866c584416"/>
    <p:sldId xmlns:r="http://schemas.openxmlformats.org/officeDocument/2006/relationships" id="287" r:id="R3bd886fbd9d94856"/>
    <p:sldId xmlns:r="http://schemas.openxmlformats.org/officeDocument/2006/relationships" id="288" r:id="R2b9ab88d11104075"/>
    <p:sldId xmlns:r="http://schemas.openxmlformats.org/officeDocument/2006/relationships" id="289" r:id="R8f2fc0e0ad8e4d34"/>
    <p:sldId xmlns:r="http://schemas.openxmlformats.org/officeDocument/2006/relationships" id="290" r:id="Rf112649a56d046b6"/>
    <p:sldId xmlns:r="http://schemas.openxmlformats.org/officeDocument/2006/relationships" id="291" r:id="R81f95b03d06f4fc9"/>
    <p:sldId xmlns:r="http://schemas.openxmlformats.org/officeDocument/2006/relationships" id="292" r:id="R04bdd1637f934982"/>
    <p:sldId xmlns:r="http://schemas.openxmlformats.org/officeDocument/2006/relationships" id="293" r:id="R521fea73b908438c"/>
    <p:sldId xmlns:r="http://schemas.openxmlformats.org/officeDocument/2006/relationships" id="294" r:id="Ra22dbddd16c14e22"/>
    <p:sldId xmlns:r="http://schemas.openxmlformats.org/officeDocument/2006/relationships" id="295" r:id="R69ffbb1d4f3148da"/>
    <p:sldId xmlns:r="http://schemas.openxmlformats.org/officeDocument/2006/relationships" id="296" r:id="R52aef13eefe24c74"/>
    <p:sldId xmlns:r="http://schemas.openxmlformats.org/officeDocument/2006/relationships" id="297" r:id="R76fc8f123e9747c1"/>
    <p:sldId xmlns:r="http://schemas.openxmlformats.org/officeDocument/2006/relationships" id="298" r:id="R48b1db37d10c49b5"/>
    <p:sldId xmlns:r="http://schemas.openxmlformats.org/officeDocument/2006/relationships" id="299" r:id="R1c6237e100174a94"/>
    <p:sldId xmlns:r="http://schemas.openxmlformats.org/officeDocument/2006/relationships" id="300" r:id="R19a76c34f8644d40"/>
    <p:sldId xmlns:r="http://schemas.openxmlformats.org/officeDocument/2006/relationships" id="301" r:id="R6af84379f701426e"/>
    <p:sldId xmlns:r="http://schemas.openxmlformats.org/officeDocument/2006/relationships" id="302" r:id="Rf5b84fa6b1f14f72"/>
    <p:sldId xmlns:r="http://schemas.openxmlformats.org/officeDocument/2006/relationships" id="303" r:id="R44cb6a741f3b451c"/>
    <p:sldId xmlns:r="http://schemas.openxmlformats.org/officeDocument/2006/relationships" id="304" r:id="R2608e0354ebf4214"/>
    <p:sldId xmlns:r="http://schemas.openxmlformats.org/officeDocument/2006/relationships" id="305" r:id="R7caa3a62d55144a6"/>
    <p:sldId xmlns:r="http://schemas.openxmlformats.org/officeDocument/2006/relationships" id="306" r:id="R3f14a1b0cffb4bb5"/>
    <p:sldId xmlns:r="http://schemas.openxmlformats.org/officeDocument/2006/relationships" id="307" r:id="R5dd3383394294f5e"/>
    <p:sldId xmlns:r="http://schemas.openxmlformats.org/officeDocument/2006/relationships" id="308" r:id="R191ded32ee224b7d"/>
    <p:sldId xmlns:r="http://schemas.openxmlformats.org/officeDocument/2006/relationships" id="309" r:id="R1190445046bb4b13"/>
    <p:sldId xmlns:r="http://schemas.openxmlformats.org/officeDocument/2006/relationships" id="310" r:id="R51e27358845547d6"/>
    <p:sldId xmlns:r="http://schemas.openxmlformats.org/officeDocument/2006/relationships" id="311" r:id="R4a7b248604334ae9"/>
    <p:sldId xmlns:r="http://schemas.openxmlformats.org/officeDocument/2006/relationships" id="312" r:id="Ra4e39ce1b0074b23"/>
    <p:sldId xmlns:r="http://schemas.openxmlformats.org/officeDocument/2006/relationships" id="313" r:id="Rcf04e6dcef9b4e2b"/>
    <p:sldId xmlns:r="http://schemas.openxmlformats.org/officeDocument/2006/relationships" id="314" r:id="Rcc3195d5efff4c3d"/>
    <p:sldId xmlns:r="http://schemas.openxmlformats.org/officeDocument/2006/relationships" id="315" r:id="R63a0401152ba4723"/>
    <p:sldId xmlns:r="http://schemas.openxmlformats.org/officeDocument/2006/relationships" id="316" r:id="R5dbca1beb21d4a28"/>
    <p:sldId xmlns:r="http://schemas.openxmlformats.org/officeDocument/2006/relationships" id="317" r:id="Rebaf4a1415e248d9"/>
    <p:sldId xmlns:r="http://schemas.openxmlformats.org/officeDocument/2006/relationships" id="318" r:id="R0362a9bdc0c44edc"/>
    <p:sldId xmlns:r="http://schemas.openxmlformats.org/officeDocument/2006/relationships" id="319" r:id="R8f9fd94ede9344e7"/>
    <p:sldId xmlns:r="http://schemas.openxmlformats.org/officeDocument/2006/relationships" id="320" r:id="R604b9ae307a6489c"/>
    <p:sldId xmlns:r="http://schemas.openxmlformats.org/officeDocument/2006/relationships" id="321" r:id="Rf424f844f8ff4d81"/>
    <p:sldId xmlns:r="http://schemas.openxmlformats.org/officeDocument/2006/relationships" id="322" r:id="Rccefc62e14bd4f93"/>
    <p:sldId xmlns:r="http://schemas.openxmlformats.org/officeDocument/2006/relationships" id="323" r:id="Rc5f2c02d44ad4cca"/>
    <p:sldId xmlns:r="http://schemas.openxmlformats.org/officeDocument/2006/relationships" id="324" r:id="R71de8f71059f4d4b"/>
    <p:sldId xmlns:r="http://schemas.openxmlformats.org/officeDocument/2006/relationships" id="325" r:id="R577bccd5ce9648af"/>
    <p:sldId xmlns:r="http://schemas.openxmlformats.org/officeDocument/2006/relationships" id="326" r:id="R70ab51da3bdc46e0"/>
    <p:sldId xmlns:r="http://schemas.openxmlformats.org/officeDocument/2006/relationships" id="327" r:id="R134e0b7f81c640b2"/>
    <p:sldId xmlns:r="http://schemas.openxmlformats.org/officeDocument/2006/relationships" id="328" r:id="Rfa01e1b90c17486f"/>
    <p:sldId xmlns:r="http://schemas.openxmlformats.org/officeDocument/2006/relationships" id="329" r:id="Rf38881e64d2b4b73"/>
    <p:sldId xmlns:r="http://schemas.openxmlformats.org/officeDocument/2006/relationships" id="330" r:id="R52251900b83342ec"/>
    <p:sldId xmlns:r="http://schemas.openxmlformats.org/officeDocument/2006/relationships" id="331" r:id="R595a39537ec74a31"/>
    <p:sldId xmlns:r="http://schemas.openxmlformats.org/officeDocument/2006/relationships" id="332" r:id="R8eac77251d754f86"/>
    <p:sldId xmlns:r="http://schemas.openxmlformats.org/officeDocument/2006/relationships" id="333" r:id="R5c59d92878114822"/>
    <p:sldId xmlns:r="http://schemas.openxmlformats.org/officeDocument/2006/relationships" id="334" r:id="Redb1f235d37b4aa5"/>
    <p:sldId xmlns:r="http://schemas.openxmlformats.org/officeDocument/2006/relationships" id="335" r:id="Ra7c978fc2a9f489c"/>
    <p:sldId xmlns:r="http://schemas.openxmlformats.org/officeDocument/2006/relationships" id="336" r:id="R33c1cb752b5d4880"/>
    <p:sldId xmlns:r="http://schemas.openxmlformats.org/officeDocument/2006/relationships" id="337" r:id="R714e334e640b40de"/>
    <p:sldId xmlns:r="http://schemas.openxmlformats.org/officeDocument/2006/relationships" id="338" r:id="Ra09541d0ecc84387"/>
    <p:sldId xmlns:r="http://schemas.openxmlformats.org/officeDocument/2006/relationships" id="339" r:id="R05756c4b73854da1"/>
    <p:sldId xmlns:r="http://schemas.openxmlformats.org/officeDocument/2006/relationships" id="340" r:id="R869a423ed8ac41cb"/>
    <p:sldId xmlns:r="http://schemas.openxmlformats.org/officeDocument/2006/relationships" id="341" r:id="R249bdf0395ab42e7"/>
    <p:sldId xmlns:r="http://schemas.openxmlformats.org/officeDocument/2006/relationships" id="342" r:id="R0c3788fa2b1643f4"/>
    <p:sldId xmlns:r="http://schemas.openxmlformats.org/officeDocument/2006/relationships" id="343" r:id="R62037916da5d40a5"/>
    <p:sldId xmlns:r="http://schemas.openxmlformats.org/officeDocument/2006/relationships" id="344" r:id="R2f2c830521524fa2"/>
    <p:sldId xmlns:r="http://schemas.openxmlformats.org/officeDocument/2006/relationships" id="345" r:id="R5c83369802504c2f"/>
    <p:sldId xmlns:r="http://schemas.openxmlformats.org/officeDocument/2006/relationships" id="346" r:id="R36590c1ec23e44ca"/>
    <p:sldId xmlns:r="http://schemas.openxmlformats.org/officeDocument/2006/relationships" id="347" r:id="Ra24ebb933828416e"/>
    <p:sldId xmlns:r="http://schemas.openxmlformats.org/officeDocument/2006/relationships" id="348" r:id="R7d34ba361d5d4290"/>
    <p:sldId xmlns:r="http://schemas.openxmlformats.org/officeDocument/2006/relationships" id="349" r:id="R041198101591483c"/>
    <p:sldId xmlns:r="http://schemas.openxmlformats.org/officeDocument/2006/relationships" id="350" r:id="R255a40435d0248ef"/>
    <p:sldId xmlns:r="http://schemas.openxmlformats.org/officeDocument/2006/relationships" id="351" r:id="Rfd1ca76c7b894a56"/>
    <p:sldId xmlns:r="http://schemas.openxmlformats.org/officeDocument/2006/relationships" id="352" r:id="R1dc0fe082fde4221"/>
    <p:sldId xmlns:r="http://schemas.openxmlformats.org/officeDocument/2006/relationships" id="353" r:id="Rc372fafcde504b7d"/>
    <p:sldId xmlns:r="http://schemas.openxmlformats.org/officeDocument/2006/relationships" id="354" r:id="R0030e85ced3547b1"/>
    <p:sldId xmlns:r="http://schemas.openxmlformats.org/officeDocument/2006/relationships" id="355" r:id="R4bd722c002f441ad"/>
    <p:sldId xmlns:r="http://schemas.openxmlformats.org/officeDocument/2006/relationships" id="356" r:id="R0ac5bbe4ffce4cb8"/>
    <p:sldId xmlns:r="http://schemas.openxmlformats.org/officeDocument/2006/relationships" id="357" r:id="R8035e00bee4c43d1"/>
    <p:sldId xmlns:r="http://schemas.openxmlformats.org/officeDocument/2006/relationships" id="358" r:id="R6393715d44f44e62"/>
    <p:sldId xmlns:r="http://schemas.openxmlformats.org/officeDocument/2006/relationships" id="359" r:id="Rc9ca433d26774f96"/>
    <p:sldId xmlns:r="http://schemas.openxmlformats.org/officeDocument/2006/relationships" id="360" r:id="R8a1ea68f23d74768"/>
    <p:sldId xmlns:r="http://schemas.openxmlformats.org/officeDocument/2006/relationships" id="361" r:id="R5dbcd17ddae441bc"/>
    <p:sldId xmlns:r="http://schemas.openxmlformats.org/officeDocument/2006/relationships" id="362" r:id="Rfdf1ef1361254800"/>
    <p:sldId xmlns:r="http://schemas.openxmlformats.org/officeDocument/2006/relationships" id="363" r:id="R9c7043940e304d08"/>
    <p:sldId xmlns:r="http://schemas.openxmlformats.org/officeDocument/2006/relationships" id="364" r:id="Rc1678e35c0314c08"/>
    <p:sldId xmlns:r="http://schemas.openxmlformats.org/officeDocument/2006/relationships" id="365" r:id="R5c4fbfc70c4d4343"/>
    <p:sldId xmlns:r="http://schemas.openxmlformats.org/officeDocument/2006/relationships" id="366" r:id="R873a9feb7a5549f8"/>
    <p:sldId xmlns:r="http://schemas.openxmlformats.org/officeDocument/2006/relationships" id="367" r:id="Rc6189c1bd65d4040"/>
    <p:sldId xmlns:r="http://schemas.openxmlformats.org/officeDocument/2006/relationships" id="368" r:id="R8febaf3faadf44bd"/>
    <p:sldId xmlns:r="http://schemas.openxmlformats.org/officeDocument/2006/relationships" id="369" r:id="R1feddcb5d5cf4017"/>
    <p:sldId xmlns:r="http://schemas.openxmlformats.org/officeDocument/2006/relationships" id="370" r:id="R41dfbbe8ecf841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954fa2bc847ed" /><Relationship Type="http://schemas.openxmlformats.org/officeDocument/2006/relationships/slideMaster" Target="/ppt/slideMasters/slideMaster1.xml" Id="Rf2f92459d64942aa" /><Relationship Type="http://schemas.openxmlformats.org/officeDocument/2006/relationships/notesMaster" Target="/ppt/notesMasters/notesMaster1.xml" Id="Raa1732fcd48e40b5" /><Relationship Type="http://schemas.openxmlformats.org/officeDocument/2006/relationships/presProps" Target="/ppt/presProps.xml" Id="R2c750c9b34dd448e" /><Relationship Type="http://schemas.openxmlformats.org/officeDocument/2006/relationships/tableStyles" Target="/ppt/tableStyles.xml" Id="R49b3d1b95b1044a0" /><Relationship Type="http://schemas.openxmlformats.org/officeDocument/2006/relationships/slide" Target="/ppt/slides/slide1.xml" Id="R2c3b1efe3ab849ba" /><Relationship Type="http://schemas.openxmlformats.org/officeDocument/2006/relationships/slide" Target="/ppt/slides/slide2.xml" Id="R93b2ebb4762a4080" /><Relationship Type="http://schemas.openxmlformats.org/officeDocument/2006/relationships/slide" Target="/ppt/slides/slide3.xml" Id="R64e9073aec814853" /><Relationship Type="http://schemas.openxmlformats.org/officeDocument/2006/relationships/slide" Target="/ppt/slides/slide4.xml" Id="R1ac6d95a6f1642be" /><Relationship Type="http://schemas.openxmlformats.org/officeDocument/2006/relationships/slide" Target="/ppt/slides/slide5.xml" Id="Rd40744223fe545b7" /><Relationship Type="http://schemas.openxmlformats.org/officeDocument/2006/relationships/slide" Target="/ppt/slides/slide6.xml" Id="R52c6c989e46a4577" /><Relationship Type="http://schemas.openxmlformats.org/officeDocument/2006/relationships/slide" Target="/ppt/slides/slide7.xml" Id="Rb19ae0b65fb2431b" /><Relationship Type="http://schemas.openxmlformats.org/officeDocument/2006/relationships/slide" Target="/ppt/slides/slide8.xml" Id="Rdbd801f397554d72" /><Relationship Type="http://schemas.openxmlformats.org/officeDocument/2006/relationships/slide" Target="/ppt/slides/slide9.xml" Id="R3d01ca4c480844f3" /><Relationship Type="http://schemas.openxmlformats.org/officeDocument/2006/relationships/slide" Target="/ppt/slides/slide10.xml" Id="R71a4b846276d46af" /><Relationship Type="http://schemas.openxmlformats.org/officeDocument/2006/relationships/slide" Target="/ppt/slides/slide11.xml" Id="R5454e61a9a4142cc" /><Relationship Type="http://schemas.openxmlformats.org/officeDocument/2006/relationships/slide" Target="/ppt/slides/slide12.xml" Id="R7516a1d709814ff7" /><Relationship Type="http://schemas.openxmlformats.org/officeDocument/2006/relationships/slide" Target="/ppt/slides/slide13.xml" Id="R791bde5f1cc849e0" /><Relationship Type="http://schemas.openxmlformats.org/officeDocument/2006/relationships/slide" Target="/ppt/slides/slide14.xml" Id="R3daf926f612544fa" /><Relationship Type="http://schemas.openxmlformats.org/officeDocument/2006/relationships/slide" Target="/ppt/slides/slide15.xml" Id="R8ac797cc13374f78" /><Relationship Type="http://schemas.openxmlformats.org/officeDocument/2006/relationships/slide" Target="/ppt/slides/slide16.xml" Id="Raf29848036f44779" /><Relationship Type="http://schemas.openxmlformats.org/officeDocument/2006/relationships/slide" Target="/ppt/slides/slide17.xml" Id="R66af17522bfa4503" /><Relationship Type="http://schemas.openxmlformats.org/officeDocument/2006/relationships/slide" Target="/ppt/slides/slide18.xml" Id="Rc93ec0922caa4aca" /><Relationship Type="http://schemas.openxmlformats.org/officeDocument/2006/relationships/slide" Target="/ppt/slides/slide19.xml" Id="R2e10a192f85a47d1" /><Relationship Type="http://schemas.openxmlformats.org/officeDocument/2006/relationships/slide" Target="/ppt/slides/slide20.xml" Id="R6f367cbb6b42489c" /><Relationship Type="http://schemas.openxmlformats.org/officeDocument/2006/relationships/slide" Target="/ppt/slides/slide21.xml" Id="Rdb29d0d7e1aa470f" /><Relationship Type="http://schemas.openxmlformats.org/officeDocument/2006/relationships/slide" Target="/ppt/slides/slide22.xml" Id="R23a39f2297444626" /><Relationship Type="http://schemas.openxmlformats.org/officeDocument/2006/relationships/slide" Target="/ppt/slides/slide23.xml" Id="R83e3865b315d40d3" /><Relationship Type="http://schemas.openxmlformats.org/officeDocument/2006/relationships/slide" Target="/ppt/slides/slide24.xml" Id="Rd6d906d9368549b4" /><Relationship Type="http://schemas.openxmlformats.org/officeDocument/2006/relationships/slide" Target="/ppt/slides/slide25.xml" Id="Rbd5d8890aba244ed" /><Relationship Type="http://schemas.openxmlformats.org/officeDocument/2006/relationships/slide" Target="/ppt/slides/slide26.xml" Id="R0b9900330cfb4781" /><Relationship Type="http://schemas.openxmlformats.org/officeDocument/2006/relationships/slide" Target="/ppt/slides/slide27.xml" Id="Ra1a0a90cf8594966" /><Relationship Type="http://schemas.openxmlformats.org/officeDocument/2006/relationships/slide" Target="/ppt/slides/slide28.xml" Id="Rde80d933b29b4460" /><Relationship Type="http://schemas.openxmlformats.org/officeDocument/2006/relationships/slide" Target="/ppt/slides/slide29.xml" Id="R5eaf605f9667436c" /><Relationship Type="http://schemas.openxmlformats.org/officeDocument/2006/relationships/slide" Target="/ppt/slides/slide30.xml" Id="R76dd73e16ace43f8" /><Relationship Type="http://schemas.openxmlformats.org/officeDocument/2006/relationships/slide" Target="/ppt/slides/slide31.xml" Id="Rf59bfb866c584416" /><Relationship Type="http://schemas.openxmlformats.org/officeDocument/2006/relationships/slide" Target="/ppt/slides/slide32.xml" Id="R3bd886fbd9d94856" /><Relationship Type="http://schemas.openxmlformats.org/officeDocument/2006/relationships/slide" Target="/ppt/slides/slide33.xml" Id="R2b9ab88d11104075" /><Relationship Type="http://schemas.openxmlformats.org/officeDocument/2006/relationships/slide" Target="/ppt/slides/slide34.xml" Id="R8f2fc0e0ad8e4d34" /><Relationship Type="http://schemas.openxmlformats.org/officeDocument/2006/relationships/slide" Target="/ppt/slides/slide35.xml" Id="Rf112649a56d046b6" /><Relationship Type="http://schemas.openxmlformats.org/officeDocument/2006/relationships/slide" Target="/ppt/slides/slide36.xml" Id="R81f95b03d06f4fc9" /><Relationship Type="http://schemas.openxmlformats.org/officeDocument/2006/relationships/slide" Target="/ppt/slides/slide37.xml" Id="R04bdd1637f934982" /><Relationship Type="http://schemas.openxmlformats.org/officeDocument/2006/relationships/slide" Target="/ppt/slides/slide38.xml" Id="R521fea73b908438c" /><Relationship Type="http://schemas.openxmlformats.org/officeDocument/2006/relationships/slide" Target="/ppt/slides/slide39.xml" Id="Ra22dbddd16c14e22" /><Relationship Type="http://schemas.openxmlformats.org/officeDocument/2006/relationships/slide" Target="/ppt/slides/slide40.xml" Id="R69ffbb1d4f3148da" /><Relationship Type="http://schemas.openxmlformats.org/officeDocument/2006/relationships/slide" Target="/ppt/slides/slide41.xml" Id="R52aef13eefe24c74" /><Relationship Type="http://schemas.openxmlformats.org/officeDocument/2006/relationships/slide" Target="/ppt/slides/slide42.xml" Id="R76fc8f123e9747c1" /><Relationship Type="http://schemas.openxmlformats.org/officeDocument/2006/relationships/slide" Target="/ppt/slides/slide43.xml" Id="R48b1db37d10c49b5" /><Relationship Type="http://schemas.openxmlformats.org/officeDocument/2006/relationships/slide" Target="/ppt/slides/slide44.xml" Id="R1c6237e100174a94" /><Relationship Type="http://schemas.openxmlformats.org/officeDocument/2006/relationships/slide" Target="/ppt/slides/slide45.xml" Id="R19a76c34f8644d40" /><Relationship Type="http://schemas.openxmlformats.org/officeDocument/2006/relationships/slide" Target="/ppt/slides/slide46.xml" Id="R6af84379f701426e" /><Relationship Type="http://schemas.openxmlformats.org/officeDocument/2006/relationships/slide" Target="/ppt/slides/slide47.xml" Id="Rf5b84fa6b1f14f72" /><Relationship Type="http://schemas.openxmlformats.org/officeDocument/2006/relationships/slide" Target="/ppt/slides/slide48.xml" Id="R44cb6a741f3b451c" /><Relationship Type="http://schemas.openxmlformats.org/officeDocument/2006/relationships/slide" Target="/ppt/slides/slide49.xml" Id="R2608e0354ebf4214" /><Relationship Type="http://schemas.openxmlformats.org/officeDocument/2006/relationships/slide" Target="/ppt/slides/slide50.xml" Id="R7caa3a62d55144a6" /><Relationship Type="http://schemas.openxmlformats.org/officeDocument/2006/relationships/slide" Target="/ppt/slides/slide51.xml" Id="R3f14a1b0cffb4bb5" /><Relationship Type="http://schemas.openxmlformats.org/officeDocument/2006/relationships/slide" Target="/ppt/slides/slide52.xml" Id="R5dd3383394294f5e" /><Relationship Type="http://schemas.openxmlformats.org/officeDocument/2006/relationships/slide" Target="/ppt/slides/slide53.xml" Id="R191ded32ee224b7d" /><Relationship Type="http://schemas.openxmlformats.org/officeDocument/2006/relationships/slide" Target="/ppt/slides/slide54.xml" Id="R1190445046bb4b13" /><Relationship Type="http://schemas.openxmlformats.org/officeDocument/2006/relationships/slide" Target="/ppt/slides/slide55.xml" Id="R51e27358845547d6" /><Relationship Type="http://schemas.openxmlformats.org/officeDocument/2006/relationships/slide" Target="/ppt/slides/slide56.xml" Id="R4a7b248604334ae9" /><Relationship Type="http://schemas.openxmlformats.org/officeDocument/2006/relationships/slide" Target="/ppt/slides/slide57.xml" Id="Ra4e39ce1b0074b23" /><Relationship Type="http://schemas.openxmlformats.org/officeDocument/2006/relationships/slide" Target="/ppt/slides/slide58.xml" Id="Rcf04e6dcef9b4e2b" /><Relationship Type="http://schemas.openxmlformats.org/officeDocument/2006/relationships/slide" Target="/ppt/slides/slide59.xml" Id="Rcc3195d5efff4c3d" /><Relationship Type="http://schemas.openxmlformats.org/officeDocument/2006/relationships/slide" Target="/ppt/slides/slide60.xml" Id="R63a0401152ba4723" /><Relationship Type="http://schemas.openxmlformats.org/officeDocument/2006/relationships/slide" Target="/ppt/slides/slide61.xml" Id="R5dbca1beb21d4a28" /><Relationship Type="http://schemas.openxmlformats.org/officeDocument/2006/relationships/slide" Target="/ppt/slides/slide62.xml" Id="Rebaf4a1415e248d9" /><Relationship Type="http://schemas.openxmlformats.org/officeDocument/2006/relationships/slide" Target="/ppt/slides/slide63.xml" Id="R0362a9bdc0c44edc" /><Relationship Type="http://schemas.openxmlformats.org/officeDocument/2006/relationships/slide" Target="/ppt/slides/slide64.xml" Id="R8f9fd94ede9344e7" /><Relationship Type="http://schemas.openxmlformats.org/officeDocument/2006/relationships/slide" Target="/ppt/slides/slide65.xml" Id="R604b9ae307a6489c" /><Relationship Type="http://schemas.openxmlformats.org/officeDocument/2006/relationships/slide" Target="/ppt/slides/slide66.xml" Id="Rf424f844f8ff4d81" /><Relationship Type="http://schemas.openxmlformats.org/officeDocument/2006/relationships/slide" Target="/ppt/slides/slide67.xml" Id="Rccefc62e14bd4f93" /><Relationship Type="http://schemas.openxmlformats.org/officeDocument/2006/relationships/slide" Target="/ppt/slides/slide68.xml" Id="Rc5f2c02d44ad4cca" /><Relationship Type="http://schemas.openxmlformats.org/officeDocument/2006/relationships/slide" Target="/ppt/slides/slide69.xml" Id="R71de8f71059f4d4b" /><Relationship Type="http://schemas.openxmlformats.org/officeDocument/2006/relationships/slide" Target="/ppt/slides/slide70.xml" Id="R577bccd5ce9648af" /><Relationship Type="http://schemas.openxmlformats.org/officeDocument/2006/relationships/slide" Target="/ppt/slides/slide71.xml" Id="R70ab51da3bdc46e0" /><Relationship Type="http://schemas.openxmlformats.org/officeDocument/2006/relationships/slide" Target="/ppt/slides/slide72.xml" Id="R134e0b7f81c640b2" /><Relationship Type="http://schemas.openxmlformats.org/officeDocument/2006/relationships/slide" Target="/ppt/slides/slide73.xml" Id="Rfa01e1b90c17486f" /><Relationship Type="http://schemas.openxmlformats.org/officeDocument/2006/relationships/slide" Target="/ppt/slides/slide74.xml" Id="Rf38881e64d2b4b73" /><Relationship Type="http://schemas.openxmlformats.org/officeDocument/2006/relationships/slide" Target="/ppt/slides/slide75.xml" Id="R52251900b83342ec" /><Relationship Type="http://schemas.openxmlformats.org/officeDocument/2006/relationships/slide" Target="/ppt/slides/slide76.xml" Id="R595a39537ec74a31" /><Relationship Type="http://schemas.openxmlformats.org/officeDocument/2006/relationships/slide" Target="/ppt/slides/slide77.xml" Id="R8eac77251d754f86" /><Relationship Type="http://schemas.openxmlformats.org/officeDocument/2006/relationships/slide" Target="/ppt/slides/slide78.xml" Id="R5c59d92878114822" /><Relationship Type="http://schemas.openxmlformats.org/officeDocument/2006/relationships/slide" Target="/ppt/slides/slide79.xml" Id="Redb1f235d37b4aa5" /><Relationship Type="http://schemas.openxmlformats.org/officeDocument/2006/relationships/slide" Target="/ppt/slides/slide80.xml" Id="Ra7c978fc2a9f489c" /><Relationship Type="http://schemas.openxmlformats.org/officeDocument/2006/relationships/slide" Target="/ppt/slides/slide81.xml" Id="R33c1cb752b5d4880" /><Relationship Type="http://schemas.openxmlformats.org/officeDocument/2006/relationships/slide" Target="/ppt/slides/slide82.xml" Id="R714e334e640b40de" /><Relationship Type="http://schemas.openxmlformats.org/officeDocument/2006/relationships/slide" Target="/ppt/slides/slide83.xml" Id="Ra09541d0ecc84387" /><Relationship Type="http://schemas.openxmlformats.org/officeDocument/2006/relationships/slide" Target="/ppt/slides/slide84.xml" Id="R05756c4b73854da1" /><Relationship Type="http://schemas.openxmlformats.org/officeDocument/2006/relationships/slide" Target="/ppt/slides/slide85.xml" Id="R869a423ed8ac41cb" /><Relationship Type="http://schemas.openxmlformats.org/officeDocument/2006/relationships/slide" Target="/ppt/slides/slide86.xml" Id="R249bdf0395ab42e7" /><Relationship Type="http://schemas.openxmlformats.org/officeDocument/2006/relationships/slide" Target="/ppt/slides/slide87.xml" Id="R0c3788fa2b1643f4" /><Relationship Type="http://schemas.openxmlformats.org/officeDocument/2006/relationships/slide" Target="/ppt/slides/slide88.xml" Id="R62037916da5d40a5" /><Relationship Type="http://schemas.openxmlformats.org/officeDocument/2006/relationships/slide" Target="/ppt/slides/slide89.xml" Id="R2f2c830521524fa2" /><Relationship Type="http://schemas.openxmlformats.org/officeDocument/2006/relationships/slide" Target="/ppt/slides/slide90.xml" Id="R5c83369802504c2f" /><Relationship Type="http://schemas.openxmlformats.org/officeDocument/2006/relationships/slide" Target="/ppt/slides/slide91.xml" Id="R36590c1ec23e44ca" /><Relationship Type="http://schemas.openxmlformats.org/officeDocument/2006/relationships/slide" Target="/ppt/slides/slide92.xml" Id="Ra24ebb933828416e" /><Relationship Type="http://schemas.openxmlformats.org/officeDocument/2006/relationships/slide" Target="/ppt/slides/slide93.xml" Id="R7d34ba361d5d4290" /><Relationship Type="http://schemas.openxmlformats.org/officeDocument/2006/relationships/slide" Target="/ppt/slides/slide94.xml" Id="R041198101591483c" /><Relationship Type="http://schemas.openxmlformats.org/officeDocument/2006/relationships/slide" Target="/ppt/slides/slide95.xml" Id="R255a40435d0248ef" /><Relationship Type="http://schemas.openxmlformats.org/officeDocument/2006/relationships/slide" Target="/ppt/slides/slide96.xml" Id="Rfd1ca76c7b894a56" /><Relationship Type="http://schemas.openxmlformats.org/officeDocument/2006/relationships/slide" Target="/ppt/slides/slide97.xml" Id="R1dc0fe082fde4221" /><Relationship Type="http://schemas.openxmlformats.org/officeDocument/2006/relationships/slide" Target="/ppt/slides/slide98.xml" Id="Rc372fafcde504b7d" /><Relationship Type="http://schemas.openxmlformats.org/officeDocument/2006/relationships/slide" Target="/ppt/slides/slide99.xml" Id="R0030e85ced3547b1" /><Relationship Type="http://schemas.openxmlformats.org/officeDocument/2006/relationships/slide" Target="/ppt/slides/slide100.xml" Id="R4bd722c002f441ad" /><Relationship Type="http://schemas.openxmlformats.org/officeDocument/2006/relationships/slide" Target="/ppt/slides/slide101.xml" Id="R0ac5bbe4ffce4cb8" /><Relationship Type="http://schemas.openxmlformats.org/officeDocument/2006/relationships/slide" Target="/ppt/slides/slide102.xml" Id="R8035e00bee4c43d1" /><Relationship Type="http://schemas.openxmlformats.org/officeDocument/2006/relationships/slide" Target="/ppt/slides/slide103.xml" Id="R6393715d44f44e62" /><Relationship Type="http://schemas.openxmlformats.org/officeDocument/2006/relationships/slide" Target="/ppt/slides/slide104.xml" Id="Rc9ca433d26774f96" /><Relationship Type="http://schemas.openxmlformats.org/officeDocument/2006/relationships/slide" Target="/ppt/slides/slide105.xml" Id="R8a1ea68f23d74768" /><Relationship Type="http://schemas.openxmlformats.org/officeDocument/2006/relationships/slide" Target="/ppt/slides/slide106.xml" Id="R5dbcd17ddae441bc" /><Relationship Type="http://schemas.openxmlformats.org/officeDocument/2006/relationships/slide" Target="/ppt/slides/slide107.xml" Id="Rfdf1ef1361254800" /><Relationship Type="http://schemas.openxmlformats.org/officeDocument/2006/relationships/slide" Target="/ppt/slides/slide108.xml" Id="R9c7043940e304d08" /><Relationship Type="http://schemas.openxmlformats.org/officeDocument/2006/relationships/slide" Target="/ppt/slides/slide109.xml" Id="Rc1678e35c0314c08" /><Relationship Type="http://schemas.openxmlformats.org/officeDocument/2006/relationships/slide" Target="/ppt/slides/slide110.xml" Id="R5c4fbfc70c4d4343" /><Relationship Type="http://schemas.openxmlformats.org/officeDocument/2006/relationships/slide" Target="/ppt/slides/slide111.xml" Id="R873a9feb7a5549f8" /><Relationship Type="http://schemas.openxmlformats.org/officeDocument/2006/relationships/slide" Target="/ppt/slides/slide112.xml" Id="Rc6189c1bd65d4040" /><Relationship Type="http://schemas.openxmlformats.org/officeDocument/2006/relationships/slide" Target="/ppt/slides/slide113.xml" Id="R8febaf3faadf44bd" /><Relationship Type="http://schemas.openxmlformats.org/officeDocument/2006/relationships/slide" Target="/ppt/slides/slide114.xml" Id="R1feddcb5d5cf4017" /><Relationship Type="http://schemas.openxmlformats.org/officeDocument/2006/relationships/slide" Target="/ppt/slides/slide115.xml" Id="R41dfbbe8ecf8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54aa4dc180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15d1582744c7c" /><Relationship Type="http://schemas.openxmlformats.org/officeDocument/2006/relationships/notesMaster" Target="/ppt/notesMasters/notesMaster1.xml" Id="Rb600e013e9f349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b212cde80f4f9f" /><Relationship Type="http://schemas.openxmlformats.org/officeDocument/2006/relationships/notesMaster" Target="/ppt/notesMasters/notesMaster1.xml" Id="R6ac51c77f85b4f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af555899a422c" /><Relationship Type="http://schemas.openxmlformats.org/officeDocument/2006/relationships/notesMaster" Target="/ppt/notesMasters/notesMaster1.xml" Id="R0d5c132d9c1c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142adac0b44b9" /><Relationship Type="http://schemas.openxmlformats.org/officeDocument/2006/relationships/notesMaster" Target="/ppt/notesMasters/notesMaster1.xml" Id="R4a3366db3db440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995fc3ded6497f" /><Relationship Type="http://schemas.openxmlformats.org/officeDocument/2006/relationships/notesMaster" Target="/ppt/notesMasters/notesMaster1.xml" Id="Rf14c4f44d833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6497053ef4569" /><Relationship Type="http://schemas.openxmlformats.org/officeDocument/2006/relationships/notesMaster" Target="/ppt/notesMasters/notesMaster1.xml" Id="R1af11abe2e1145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1c3cd01e84708" /><Relationship Type="http://schemas.openxmlformats.org/officeDocument/2006/relationships/notesMaster" Target="/ppt/notesMasters/notesMaster1.xml" Id="R7623008a42854b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350f2a2bfd4969" /><Relationship Type="http://schemas.openxmlformats.org/officeDocument/2006/relationships/notesMaster" Target="/ppt/notesMasters/notesMaster1.xml" Id="R7810f1c763ce4c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a20851e2e7444c" /><Relationship Type="http://schemas.openxmlformats.org/officeDocument/2006/relationships/notesMaster" Target="/ppt/notesMasters/notesMaster1.xml" Id="Re1f99870a3ac48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dd158a761e43ce" /><Relationship Type="http://schemas.openxmlformats.org/officeDocument/2006/relationships/notesMaster" Target="/ppt/notesMasters/notesMaster1.xml" Id="Rb1d0ec6c74e244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d639d76d8a4315" /><Relationship Type="http://schemas.openxmlformats.org/officeDocument/2006/relationships/notesMaster" Target="/ppt/notesMasters/notesMaster1.xml" Id="Ra9566c1a08564f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0ea5d3882d429d" /><Relationship Type="http://schemas.openxmlformats.org/officeDocument/2006/relationships/notesMaster" Target="/ppt/notesMasters/notesMaster1.xml" Id="R6d382c86274847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18e67f16574199" /><Relationship Type="http://schemas.openxmlformats.org/officeDocument/2006/relationships/notesMaster" Target="/ppt/notesMasters/notesMaster1.xml" Id="Ra1ba71752f9241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7077923fca4194" /><Relationship Type="http://schemas.openxmlformats.org/officeDocument/2006/relationships/notesMaster" Target="/ppt/notesMasters/notesMaster1.xml" Id="R5a51350b44134f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4ddc618c0640d6" /><Relationship Type="http://schemas.openxmlformats.org/officeDocument/2006/relationships/notesMaster" Target="/ppt/notesMasters/notesMaster1.xml" Id="Rec3294fdb56b46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47df2844e24e52" /><Relationship Type="http://schemas.openxmlformats.org/officeDocument/2006/relationships/notesMaster" Target="/ppt/notesMasters/notesMaster1.xml" Id="Rd862d93ebf5a47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3405f6728940ad" /><Relationship Type="http://schemas.openxmlformats.org/officeDocument/2006/relationships/notesMaster" Target="/ppt/notesMasters/notesMaster1.xml" Id="R6120d7cedb6a4a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3e67103a5c43ab" /><Relationship Type="http://schemas.openxmlformats.org/officeDocument/2006/relationships/notesMaster" Target="/ppt/notesMasters/notesMaster1.xml" Id="R4ea27128ace840c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e32ba92a804702" /><Relationship Type="http://schemas.openxmlformats.org/officeDocument/2006/relationships/notesMaster" Target="/ppt/notesMasters/notesMaster1.xml" Id="R3b568170cd8641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950f97809d431e" /><Relationship Type="http://schemas.openxmlformats.org/officeDocument/2006/relationships/notesMaster" Target="/ppt/notesMasters/notesMaster1.xml" Id="R92ebfbe5420044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47a505fa09496e" /><Relationship Type="http://schemas.openxmlformats.org/officeDocument/2006/relationships/notesMaster" Target="/ppt/notesMasters/notesMaster1.xml" Id="R3c5603100d5643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3800c25c7942ce" /><Relationship Type="http://schemas.openxmlformats.org/officeDocument/2006/relationships/notesMaster" Target="/ppt/notesMasters/notesMaster1.xml" Id="Reb7e1d11f24a4b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ad7cd2c9cf44e73" /><Relationship Type="http://schemas.openxmlformats.org/officeDocument/2006/relationships/notesMaster" Target="/ppt/notesMasters/notesMaster1.xml" Id="R9f992b472be944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cb3b90fdac84f24" /><Relationship Type="http://schemas.openxmlformats.org/officeDocument/2006/relationships/notesMaster" Target="/ppt/notesMasters/notesMaster1.xml" Id="R3068aa14637c40b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2b02f89a7e421a" /><Relationship Type="http://schemas.openxmlformats.org/officeDocument/2006/relationships/notesMaster" Target="/ppt/notesMasters/notesMaster1.xml" Id="R337d7b914f8e4c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2a437e5b784882" /><Relationship Type="http://schemas.openxmlformats.org/officeDocument/2006/relationships/notesMaster" Target="/ppt/notesMasters/notesMaster1.xml" Id="R763be94cf3c24e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2dca028bb744d0" /><Relationship Type="http://schemas.openxmlformats.org/officeDocument/2006/relationships/notesMaster" Target="/ppt/notesMasters/notesMaster1.xml" Id="R21c61d72c70049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4cbeb47da59484f" /><Relationship Type="http://schemas.openxmlformats.org/officeDocument/2006/relationships/notesMaster" Target="/ppt/notesMasters/notesMaster1.xml" Id="Rb6f35039db0c4f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88ee431f5264d91" /><Relationship Type="http://schemas.openxmlformats.org/officeDocument/2006/relationships/notesMaster" Target="/ppt/notesMasters/notesMaster1.xml" Id="Rd0064922c53844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49ea3ea44534bfb" /><Relationship Type="http://schemas.openxmlformats.org/officeDocument/2006/relationships/notesMaster" Target="/ppt/notesMasters/notesMaster1.xml" Id="R6275dd18b6b548e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59b31b1d063488e" /><Relationship Type="http://schemas.openxmlformats.org/officeDocument/2006/relationships/notesMaster" Target="/ppt/notesMasters/notesMaster1.xml" Id="Rb796e6e4c0c949c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eabeb1281e9454c" /><Relationship Type="http://schemas.openxmlformats.org/officeDocument/2006/relationships/notesMaster" Target="/ppt/notesMasters/notesMaster1.xml" Id="Re0e89f6feba541b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482774bd04e4b9f" /><Relationship Type="http://schemas.openxmlformats.org/officeDocument/2006/relationships/notesMaster" Target="/ppt/notesMasters/notesMaster1.xml" Id="Re9e175c179e74d7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4d333ccaea4a63" /><Relationship Type="http://schemas.openxmlformats.org/officeDocument/2006/relationships/notesMaster" Target="/ppt/notesMasters/notesMaster1.xml" Id="Rb24d74bfc97545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066f47a10a4d10" /><Relationship Type="http://schemas.openxmlformats.org/officeDocument/2006/relationships/notesMaster" Target="/ppt/notesMasters/notesMaster1.xml" Id="R93a8485b341b40e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82d5b1c89c46e5" /><Relationship Type="http://schemas.openxmlformats.org/officeDocument/2006/relationships/notesMaster" Target="/ppt/notesMasters/notesMaster1.xml" Id="R457310fabb154e8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641e04666d54716" /><Relationship Type="http://schemas.openxmlformats.org/officeDocument/2006/relationships/notesMaster" Target="/ppt/notesMasters/notesMaster1.xml" Id="R1588675d32f14d5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379713362df45bd" /><Relationship Type="http://schemas.openxmlformats.org/officeDocument/2006/relationships/notesMaster" Target="/ppt/notesMasters/notesMaster1.xml" Id="Re00160fc3aa64d6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6788fc679914bda" /><Relationship Type="http://schemas.openxmlformats.org/officeDocument/2006/relationships/notesMaster" Target="/ppt/notesMasters/notesMaster1.xml" Id="R91b6076252d0496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7f81485287844ca" /><Relationship Type="http://schemas.openxmlformats.org/officeDocument/2006/relationships/notesMaster" Target="/ppt/notesMasters/notesMaster1.xml" Id="R5ee40c0301914de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01ba69c8cb54553" /><Relationship Type="http://schemas.openxmlformats.org/officeDocument/2006/relationships/notesMaster" Target="/ppt/notesMasters/notesMaster1.xml" Id="R888524e34fa3424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8054ca6bce64414" /><Relationship Type="http://schemas.openxmlformats.org/officeDocument/2006/relationships/notesMaster" Target="/ppt/notesMasters/notesMaster1.xml" Id="Rf77b759a78b341e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5baada1cc8d423a" /><Relationship Type="http://schemas.openxmlformats.org/officeDocument/2006/relationships/notesMaster" Target="/ppt/notesMasters/notesMaster1.xml" Id="R4c5e7741d0554c9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dfab32de86343df" /><Relationship Type="http://schemas.openxmlformats.org/officeDocument/2006/relationships/notesMaster" Target="/ppt/notesMasters/notesMaster1.xml" Id="Rdab89f3192c6417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beb9ee6e5f345ad" /><Relationship Type="http://schemas.openxmlformats.org/officeDocument/2006/relationships/notesMaster" Target="/ppt/notesMasters/notesMaster1.xml" Id="R2bb7007a37db407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5760a6c77ac4e78" /><Relationship Type="http://schemas.openxmlformats.org/officeDocument/2006/relationships/notesMaster" Target="/ppt/notesMasters/notesMaster1.xml" Id="R8bdfaff27ce240d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97527b165ba4208" /><Relationship Type="http://schemas.openxmlformats.org/officeDocument/2006/relationships/notesMaster" Target="/ppt/notesMasters/notesMaster1.xml" Id="R715bfb289f6f40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703af8a4174757" /><Relationship Type="http://schemas.openxmlformats.org/officeDocument/2006/relationships/notesMaster" Target="/ppt/notesMasters/notesMaster1.xml" Id="R60ac96cd98f9444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df878a8292e4d1a" /><Relationship Type="http://schemas.openxmlformats.org/officeDocument/2006/relationships/notesMaster" Target="/ppt/notesMasters/notesMaster1.xml" Id="R7076c5fe681d466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e1f508e9ebc491b" /><Relationship Type="http://schemas.openxmlformats.org/officeDocument/2006/relationships/notesMaster" Target="/ppt/notesMasters/notesMaster1.xml" Id="R88126ec19ac44ae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f5b75f5720b42b3" /><Relationship Type="http://schemas.openxmlformats.org/officeDocument/2006/relationships/notesMaster" Target="/ppt/notesMasters/notesMaster1.xml" Id="Rc2440bec811345f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6c64dd9d2fa4ad2" /><Relationship Type="http://schemas.openxmlformats.org/officeDocument/2006/relationships/notesMaster" Target="/ppt/notesMasters/notesMaster1.xml" Id="Rd51aa64b62774c0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d39fa35d4934d80" /><Relationship Type="http://schemas.openxmlformats.org/officeDocument/2006/relationships/notesMaster" Target="/ppt/notesMasters/notesMaster1.xml" Id="Rb4c6bbcff64e43e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41f7b77d03c4c03" /><Relationship Type="http://schemas.openxmlformats.org/officeDocument/2006/relationships/notesMaster" Target="/ppt/notesMasters/notesMaster1.xml" Id="R53102e7bdb77467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d16036711404414" /><Relationship Type="http://schemas.openxmlformats.org/officeDocument/2006/relationships/notesMaster" Target="/ppt/notesMasters/notesMaster1.xml" Id="R8288875e6fe3416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0909ab2b78743cb" /><Relationship Type="http://schemas.openxmlformats.org/officeDocument/2006/relationships/notesMaster" Target="/ppt/notesMasters/notesMaster1.xml" Id="Re6553d0cd0f9464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13106246cb648b8" /><Relationship Type="http://schemas.openxmlformats.org/officeDocument/2006/relationships/notesMaster" Target="/ppt/notesMasters/notesMaster1.xml" Id="R767676392ece4b8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6f06c0d829d4566" /><Relationship Type="http://schemas.openxmlformats.org/officeDocument/2006/relationships/notesMaster" Target="/ppt/notesMasters/notesMaster1.xml" Id="Rd88fc1bfafa2471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bc685f9a7d849f3" /><Relationship Type="http://schemas.openxmlformats.org/officeDocument/2006/relationships/notesMaster" Target="/ppt/notesMasters/notesMaster1.xml" Id="Rce46d53198ea4c7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843dacf3c6e48e9" /><Relationship Type="http://schemas.openxmlformats.org/officeDocument/2006/relationships/notesMaster" Target="/ppt/notesMasters/notesMaster1.xml" Id="R6e65e27147df4de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e88acbf2c574fa6" /><Relationship Type="http://schemas.openxmlformats.org/officeDocument/2006/relationships/notesMaster" Target="/ppt/notesMasters/notesMaster1.xml" Id="R5daf1e600812425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061acf08838463b" /><Relationship Type="http://schemas.openxmlformats.org/officeDocument/2006/relationships/notesMaster" Target="/ppt/notesMasters/notesMaster1.xml" Id="Ra21a213ae0fb4e06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9e1d1879b874651" /><Relationship Type="http://schemas.openxmlformats.org/officeDocument/2006/relationships/notesMaster" Target="/ppt/notesMasters/notesMaster1.xml" Id="R40837ba125da47f4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544743ced0242f2" /><Relationship Type="http://schemas.openxmlformats.org/officeDocument/2006/relationships/notesMaster" Target="/ppt/notesMasters/notesMaster1.xml" Id="Rfdb1d1d1498f4199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d5a637d24834124" /><Relationship Type="http://schemas.openxmlformats.org/officeDocument/2006/relationships/notesMaster" Target="/ppt/notesMasters/notesMaster1.xml" Id="R69f242d97ee541c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e7f5732c5184557" /><Relationship Type="http://schemas.openxmlformats.org/officeDocument/2006/relationships/notesMaster" Target="/ppt/notesMasters/notesMaster1.xml" Id="Re8afcb66d8b441d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9eeff35e585049d5" /><Relationship Type="http://schemas.openxmlformats.org/officeDocument/2006/relationships/notesMaster" Target="/ppt/notesMasters/notesMaster1.xml" Id="R528c470681e5466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573ff45c2134bf4" /><Relationship Type="http://schemas.openxmlformats.org/officeDocument/2006/relationships/notesMaster" Target="/ppt/notesMasters/notesMaster1.xml" Id="R0fc0e372e34d40b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06ef78fce4cc47bd" /><Relationship Type="http://schemas.openxmlformats.org/officeDocument/2006/relationships/notesMaster" Target="/ppt/notesMasters/notesMaster1.xml" Id="Rca8ef2d3dfb942f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131c56e22cb348cb" /><Relationship Type="http://schemas.openxmlformats.org/officeDocument/2006/relationships/notesMaster" Target="/ppt/notesMasters/notesMaster1.xml" Id="Rb09b63877f72463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c71cf004c15453f" /><Relationship Type="http://schemas.openxmlformats.org/officeDocument/2006/relationships/notesMaster" Target="/ppt/notesMasters/notesMaster1.xml" Id="R090647460288457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6ad117038014097" /><Relationship Type="http://schemas.openxmlformats.org/officeDocument/2006/relationships/notesMaster" Target="/ppt/notesMasters/notesMaster1.xml" Id="R43cc60c5c46445c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60ddbd22a421497e" /><Relationship Type="http://schemas.openxmlformats.org/officeDocument/2006/relationships/notesMaster" Target="/ppt/notesMasters/notesMaster1.xml" Id="R7f49433e6ed04f2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63e6c6a29aa4f9a" /><Relationship Type="http://schemas.openxmlformats.org/officeDocument/2006/relationships/notesMaster" Target="/ppt/notesMasters/notesMaster1.xml" Id="R2967f8886c1c407e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43d690deff240f2" /><Relationship Type="http://schemas.openxmlformats.org/officeDocument/2006/relationships/notesMaster" Target="/ppt/notesMasters/notesMaster1.xml" Id="Rc5de2bfaa47c466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ada9a8aa1224418" /><Relationship Type="http://schemas.openxmlformats.org/officeDocument/2006/relationships/notesMaster" Target="/ppt/notesMasters/notesMaster1.xml" Id="R8c58fa59c0f64bb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5bbcd8d86184e1e" /><Relationship Type="http://schemas.openxmlformats.org/officeDocument/2006/relationships/notesMaster" Target="/ppt/notesMasters/notesMaster1.xml" Id="R5707802e064d427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988922609fa47a1" /><Relationship Type="http://schemas.openxmlformats.org/officeDocument/2006/relationships/notesMaster" Target="/ppt/notesMasters/notesMaster1.xml" Id="Rb853fd80e8804a4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222283ee0784fcf" /><Relationship Type="http://schemas.openxmlformats.org/officeDocument/2006/relationships/notesMaster" Target="/ppt/notesMasters/notesMaster1.xml" Id="Rf91f774fad5a490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787f5c8cf286428f" /><Relationship Type="http://schemas.openxmlformats.org/officeDocument/2006/relationships/notesMaster" Target="/ppt/notesMasters/notesMaster1.xml" Id="R3ded655defd04c9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2c4d0355d2d4710" /><Relationship Type="http://schemas.openxmlformats.org/officeDocument/2006/relationships/notesMaster" Target="/ppt/notesMasters/notesMaster1.xml" Id="Rc2e0a278a9184179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4b7f4da700f43c2" /><Relationship Type="http://schemas.openxmlformats.org/officeDocument/2006/relationships/notesMaster" Target="/ppt/notesMasters/notesMaster1.xml" Id="R4e63a49509d042e9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984bc59054a4437" /><Relationship Type="http://schemas.openxmlformats.org/officeDocument/2006/relationships/notesMaster" Target="/ppt/notesMasters/notesMaster1.xml" Id="R962905a7083c4d00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dce2aa04c934514" /><Relationship Type="http://schemas.openxmlformats.org/officeDocument/2006/relationships/notesMaster" Target="/ppt/notesMasters/notesMaster1.xml" Id="Rf5895d4d4dea435a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e477e12e19d04d6c" /><Relationship Type="http://schemas.openxmlformats.org/officeDocument/2006/relationships/notesMaster" Target="/ppt/notesMasters/notesMaster1.xml" Id="Rd277ed9bfab7460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fe6125f942a4145" /><Relationship Type="http://schemas.openxmlformats.org/officeDocument/2006/relationships/notesMaster" Target="/ppt/notesMasters/notesMaster1.xml" Id="R2b35b665c13d4a3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4758b5aa1f24eaa" /><Relationship Type="http://schemas.openxmlformats.org/officeDocument/2006/relationships/notesMaster" Target="/ppt/notesMasters/notesMaster1.xml" Id="Rdff21db09dcc44bc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e201d9de3ef48b0" /><Relationship Type="http://schemas.openxmlformats.org/officeDocument/2006/relationships/notesMaster" Target="/ppt/notesMasters/notesMaster1.xml" Id="Rdbfafeb90bd14c16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fbbaea7377144f0" /><Relationship Type="http://schemas.openxmlformats.org/officeDocument/2006/relationships/notesMaster" Target="/ppt/notesMasters/notesMaster1.xml" Id="Rf2550e1f1b2d43a2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1a85d5c6428404f" /><Relationship Type="http://schemas.openxmlformats.org/officeDocument/2006/relationships/notesMaster" Target="/ppt/notesMasters/notesMaster1.xml" Id="Rd2bba51d51834d43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842c239af3604381" /><Relationship Type="http://schemas.openxmlformats.org/officeDocument/2006/relationships/notesMaster" Target="/ppt/notesMasters/notesMaster1.xml" Id="R91f6348715164d6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f6f8ad027b84e51" /><Relationship Type="http://schemas.openxmlformats.org/officeDocument/2006/relationships/notesMaster" Target="/ppt/notesMasters/notesMaster1.xml" Id="Rfd607dc931934786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bd4eb6e84457450b" /><Relationship Type="http://schemas.openxmlformats.org/officeDocument/2006/relationships/notesMaster" Target="/ppt/notesMasters/notesMaster1.xml" Id="R95aa260a810d445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38ee41602a97478d" /><Relationship Type="http://schemas.openxmlformats.org/officeDocument/2006/relationships/notesMaster" Target="/ppt/notesMasters/notesMaster1.xml" Id="R3a6d80fc000045e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70fda9c1cd4147b4" /><Relationship Type="http://schemas.openxmlformats.org/officeDocument/2006/relationships/notesMaster" Target="/ppt/notesMasters/notesMaster1.xml" Id="R473ee9cba59d49e2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6fe53552d2e44be0" /><Relationship Type="http://schemas.openxmlformats.org/officeDocument/2006/relationships/notesMaster" Target="/ppt/notesMasters/notesMaster1.xml" Id="Rc3dd9878d8c14bde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71dc325e9eb4bfb" /><Relationship Type="http://schemas.openxmlformats.org/officeDocument/2006/relationships/notesMaster" Target="/ppt/notesMasters/notesMaster1.xml" Id="R268750b9b5434dda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b41c9b502ae6465e" /><Relationship Type="http://schemas.openxmlformats.org/officeDocument/2006/relationships/notesMaster" Target="/ppt/notesMasters/notesMaster1.xml" Id="R20bc645b0900418f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1e80e2f2fa974e73" /><Relationship Type="http://schemas.openxmlformats.org/officeDocument/2006/relationships/notesMaster" Target="/ppt/notesMasters/notesMaster1.xml" Id="R5d99872ab30a43f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fa4aaf38eff4066" /><Relationship Type="http://schemas.openxmlformats.org/officeDocument/2006/relationships/notesMaster" Target="/ppt/notesMasters/notesMaster1.xml" Id="R2702f133103746e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f8384356ede4a2c" /><Relationship Type="http://schemas.openxmlformats.org/officeDocument/2006/relationships/notesMaster" Target="/ppt/notesMasters/notesMaster1.xml" Id="R3a7e0326263d4e6c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a323d625b2cd49e3" /><Relationship Type="http://schemas.openxmlformats.org/officeDocument/2006/relationships/notesMaster" Target="/ppt/notesMasters/notesMaster1.xml" Id="Re2e4bb687e634708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4905971e9ef849b3" /><Relationship Type="http://schemas.openxmlformats.org/officeDocument/2006/relationships/notesMaster" Target="/ppt/notesMasters/notesMaster1.xml" Id="Rae73f2e533ef4490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56390a5132694a84" /><Relationship Type="http://schemas.openxmlformats.org/officeDocument/2006/relationships/notesMaster" Target="/ppt/notesMasters/notesMaster1.xml" Id="R78179918e1954e83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3db5d7186f2946d4" /><Relationship Type="http://schemas.openxmlformats.org/officeDocument/2006/relationships/notesMaster" Target="/ppt/notesMasters/notesMaster1.xml" Id="Rd2b78943074c4ed2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1fb3c60545184ca0" /><Relationship Type="http://schemas.openxmlformats.org/officeDocument/2006/relationships/notesMaster" Target="/ppt/notesMasters/notesMaster1.xml" Id="R6afbbf56951b4b6d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fc022dfa79924ac0" /><Relationship Type="http://schemas.openxmlformats.org/officeDocument/2006/relationships/notesMaster" Target="/ppt/notesMasters/notesMaster1.xml" Id="R05d85bdc57d84a71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c86658a4c5845ed" /><Relationship Type="http://schemas.openxmlformats.org/officeDocument/2006/relationships/notesMaster" Target="/ppt/notesMasters/notesMaster1.xml" Id="Rc309d06d28d24d4d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4c3369ee7027409e" /><Relationship Type="http://schemas.openxmlformats.org/officeDocument/2006/relationships/notesMaster" Target="/ppt/notesMasters/notesMaster1.xml" Id="R9094d99027404c2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5a17b211ab7441a1" /><Relationship Type="http://schemas.openxmlformats.org/officeDocument/2006/relationships/notesMaster" Target="/ppt/notesMasters/notesMaster1.xml" Id="R795c8ec746864995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7608d72de2414221" /><Relationship Type="http://schemas.openxmlformats.org/officeDocument/2006/relationships/notesMaster" Target="/ppt/notesMasters/notesMaster1.xml" Id="Reb5d89681a334cc3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c36903a5cb94dec" /><Relationship Type="http://schemas.openxmlformats.org/officeDocument/2006/relationships/notesMaster" Target="/ppt/notesMasters/notesMaster1.xml" Id="R57c9b2833a804e92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3a5c26c321554fd6" /><Relationship Type="http://schemas.openxmlformats.org/officeDocument/2006/relationships/notesMaster" Target="/ppt/notesMasters/notesMaster1.xml" Id="Re61d642a32c34168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708ea6a074874422" /><Relationship Type="http://schemas.openxmlformats.org/officeDocument/2006/relationships/notesMaster" Target="/ppt/notesMasters/notesMaster1.xml" Id="R80f9a1bf62684241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41a2bb2a1e44324" /><Relationship Type="http://schemas.openxmlformats.org/officeDocument/2006/relationships/notesMaster" Target="/ppt/notesMasters/notesMaster1.xml" Id="R4ef411a51e05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61deb1249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bb10d49854c63" /><Relationship Type="http://schemas.openxmlformats.org/officeDocument/2006/relationships/slideLayout" Target="/ppt/slideLayouts/slideLayout1.xml" Id="R95eb92e0914c4f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eb92e0914c4f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6c23721e4d38" /><Relationship Type="http://schemas.openxmlformats.org/officeDocument/2006/relationships/notesSlide" Target="/ppt/notesSlides/notesSlide1.xml" Id="R6bd9ae2f39cc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5a54e7d04220" /><Relationship Type="http://schemas.openxmlformats.org/officeDocument/2006/relationships/notesSlide" Target="/ppt/notesSlides/notesSlide2.xml" Id="R2be537eedb3b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bc82064e34171" /><Relationship Type="http://schemas.openxmlformats.org/officeDocument/2006/relationships/notesSlide" Target="/ppt/notesSlides/notesSlide3.xml" Id="Re561b365e21a44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d8f56907b42f3" /><Relationship Type="http://schemas.openxmlformats.org/officeDocument/2006/relationships/notesSlide" Target="/ppt/notesSlides/notesSlide4.xml" Id="R54858e70e9bc47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4ba0ece6f4715" /><Relationship Type="http://schemas.openxmlformats.org/officeDocument/2006/relationships/notesSlide" Target="/ppt/notesSlides/notesSlide5.xml" Id="R4c1c8e822450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306a4eeed4ab7" /><Relationship Type="http://schemas.openxmlformats.org/officeDocument/2006/relationships/notesSlide" Target="/ppt/notesSlides/notesSlide6.xml" Id="Re76922f743634e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b05f9aa3d4a7d" /><Relationship Type="http://schemas.openxmlformats.org/officeDocument/2006/relationships/notesSlide" Target="/ppt/notesSlides/notesSlide7.xml" Id="R8422a41b47094b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3aaacd87842c9" /><Relationship Type="http://schemas.openxmlformats.org/officeDocument/2006/relationships/notesSlide" Target="/ppt/notesSlides/notesSlide8.xml" Id="Rfb8b0702fd7946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9a74268d24c57" /><Relationship Type="http://schemas.openxmlformats.org/officeDocument/2006/relationships/notesSlide" Target="/ppt/notesSlides/notesSlide9.xml" Id="R12d43cbbf69742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333a544dc4c16" /><Relationship Type="http://schemas.openxmlformats.org/officeDocument/2006/relationships/notesSlide" Target="/ppt/notesSlides/notesSlide10.xml" Id="Rf71f26a4c99d4b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b19ef02c74ad2" /><Relationship Type="http://schemas.openxmlformats.org/officeDocument/2006/relationships/notesSlide" Target="/ppt/notesSlides/notesSlide11.xml" Id="R7bfa77f258ac41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2c761f8094f96" /><Relationship Type="http://schemas.openxmlformats.org/officeDocument/2006/relationships/notesSlide" Target="/ppt/notesSlides/notesSlide12.xml" Id="Rc2821a07b82b4d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f7c08bef0435e" /><Relationship Type="http://schemas.openxmlformats.org/officeDocument/2006/relationships/notesSlide" Target="/ppt/notesSlides/notesSlide13.xml" Id="Ra6d438f3911d45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147c7cd49422d" /><Relationship Type="http://schemas.openxmlformats.org/officeDocument/2006/relationships/notesSlide" Target="/ppt/notesSlides/notesSlide14.xml" Id="R892a69dddae94f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4c4e466240a9" /><Relationship Type="http://schemas.openxmlformats.org/officeDocument/2006/relationships/notesSlide" Target="/ppt/notesSlides/notesSlide15.xml" Id="R81acaa3cc63045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3afc4c9794184" /><Relationship Type="http://schemas.openxmlformats.org/officeDocument/2006/relationships/notesSlide" Target="/ppt/notesSlides/notesSlide16.xml" Id="Rb213b58a0eec40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053a48624d31" /><Relationship Type="http://schemas.openxmlformats.org/officeDocument/2006/relationships/notesSlide" Target="/ppt/notesSlides/notesSlide17.xml" Id="R225ea9deda3c48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9a81de7e4b36" /><Relationship Type="http://schemas.openxmlformats.org/officeDocument/2006/relationships/notesSlide" Target="/ppt/notesSlides/notesSlide18.xml" Id="R20aa209abbcf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0112fe11d4926" /><Relationship Type="http://schemas.openxmlformats.org/officeDocument/2006/relationships/notesSlide" Target="/ppt/notesSlides/notesSlide19.xml" Id="Re048b0b6366741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a15dbafb44a0e" /><Relationship Type="http://schemas.openxmlformats.org/officeDocument/2006/relationships/notesSlide" Target="/ppt/notesSlides/notesSlide20.xml" Id="Rbf966a54c3d0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181b5976b4b4e" /><Relationship Type="http://schemas.openxmlformats.org/officeDocument/2006/relationships/notesSlide" Target="/ppt/notesSlides/notesSlide21.xml" Id="R7b384793738345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5b6f4a3554433" /><Relationship Type="http://schemas.openxmlformats.org/officeDocument/2006/relationships/notesSlide" Target="/ppt/notesSlides/notesSlide22.xml" Id="R8387ce18bc6f49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576175daa42bd" /><Relationship Type="http://schemas.openxmlformats.org/officeDocument/2006/relationships/notesSlide" Target="/ppt/notesSlides/notesSlide23.xml" Id="R5f6066b6801d430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5e0ec8845457b" /><Relationship Type="http://schemas.openxmlformats.org/officeDocument/2006/relationships/notesSlide" Target="/ppt/notesSlides/notesSlide24.xml" Id="Rb981b9ae1a77451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fb594145f44bf" /><Relationship Type="http://schemas.openxmlformats.org/officeDocument/2006/relationships/notesSlide" Target="/ppt/notesSlides/notesSlide25.xml" Id="R2f384163536249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9258b6c594567" /><Relationship Type="http://schemas.openxmlformats.org/officeDocument/2006/relationships/notesSlide" Target="/ppt/notesSlides/notesSlide26.xml" Id="R4354b731278740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d7cddbd9d4881" /><Relationship Type="http://schemas.openxmlformats.org/officeDocument/2006/relationships/notesSlide" Target="/ppt/notesSlides/notesSlide27.xml" Id="Raade9c27793147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3d992fdba4f0f" /><Relationship Type="http://schemas.openxmlformats.org/officeDocument/2006/relationships/notesSlide" Target="/ppt/notesSlides/notesSlide28.xml" Id="R36a2daf391984d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cbfe4167d4a8f" /><Relationship Type="http://schemas.openxmlformats.org/officeDocument/2006/relationships/notesSlide" Target="/ppt/notesSlides/notesSlide29.xml" Id="Rb831b847ca0d419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7a19496ae4bb0" /><Relationship Type="http://schemas.openxmlformats.org/officeDocument/2006/relationships/notesSlide" Target="/ppt/notesSlides/notesSlide30.xml" Id="R551dbeeb39d7400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90da8e6394379" /><Relationship Type="http://schemas.openxmlformats.org/officeDocument/2006/relationships/notesSlide" Target="/ppt/notesSlides/notesSlide31.xml" Id="R4ed05d30611c4d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a24dda77b4c5f" /><Relationship Type="http://schemas.openxmlformats.org/officeDocument/2006/relationships/notesSlide" Target="/ppt/notesSlides/notesSlide32.xml" Id="R55c1577306214b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725f3267e45de" /><Relationship Type="http://schemas.openxmlformats.org/officeDocument/2006/relationships/notesSlide" Target="/ppt/notesSlides/notesSlide33.xml" Id="R93a55baba7f64df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ea2462c154619" /><Relationship Type="http://schemas.openxmlformats.org/officeDocument/2006/relationships/notesSlide" Target="/ppt/notesSlides/notesSlide34.xml" Id="Re5f72b9c93ef446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d3d3e45b4673" /><Relationship Type="http://schemas.openxmlformats.org/officeDocument/2006/relationships/notesSlide" Target="/ppt/notesSlides/notesSlide35.xml" Id="R3178e45a724a40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9d4da4c804244" /><Relationship Type="http://schemas.openxmlformats.org/officeDocument/2006/relationships/notesSlide" Target="/ppt/notesSlides/notesSlide36.xml" Id="R690380c3fee64c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81384e4c4a99" /><Relationship Type="http://schemas.openxmlformats.org/officeDocument/2006/relationships/notesSlide" Target="/ppt/notesSlides/notesSlide37.xml" Id="Re16cbb28392846f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4259125204630" /><Relationship Type="http://schemas.openxmlformats.org/officeDocument/2006/relationships/notesSlide" Target="/ppt/notesSlides/notesSlide38.xml" Id="R9091992dd8b849b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de1d0de24df7" /><Relationship Type="http://schemas.openxmlformats.org/officeDocument/2006/relationships/notesSlide" Target="/ppt/notesSlides/notesSlide39.xml" Id="R6236919b604440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7056951764072" /><Relationship Type="http://schemas.openxmlformats.org/officeDocument/2006/relationships/notesSlide" Target="/ppt/notesSlides/notesSlide40.xml" Id="Rab03dd4bef794f9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81da9f044414f" /><Relationship Type="http://schemas.openxmlformats.org/officeDocument/2006/relationships/notesSlide" Target="/ppt/notesSlides/notesSlide41.xml" Id="R7aa5d054048f45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defc905fb4ac7" /><Relationship Type="http://schemas.openxmlformats.org/officeDocument/2006/relationships/notesSlide" Target="/ppt/notesSlides/notesSlide42.xml" Id="Re649722cb8a249b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85606c51a47fa" /><Relationship Type="http://schemas.openxmlformats.org/officeDocument/2006/relationships/notesSlide" Target="/ppt/notesSlides/notesSlide43.xml" Id="Rfc42d0a8dd9d481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522b7f2e840fb" /><Relationship Type="http://schemas.openxmlformats.org/officeDocument/2006/relationships/notesSlide" Target="/ppt/notesSlides/notesSlide44.xml" Id="Rdcaebc942988447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2d44058d14e64" /><Relationship Type="http://schemas.openxmlformats.org/officeDocument/2006/relationships/notesSlide" Target="/ppt/notesSlides/notesSlide45.xml" Id="Rc166c48aa3aa496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0587a942445d1" /><Relationship Type="http://schemas.openxmlformats.org/officeDocument/2006/relationships/notesSlide" Target="/ppt/notesSlides/notesSlide46.xml" Id="Ra56a49028f9b40e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8e218b3684920" /><Relationship Type="http://schemas.openxmlformats.org/officeDocument/2006/relationships/notesSlide" Target="/ppt/notesSlides/notesSlide47.xml" Id="R0817235fd4be472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35f3466ec424a" /><Relationship Type="http://schemas.openxmlformats.org/officeDocument/2006/relationships/notesSlide" Target="/ppt/notesSlides/notesSlide48.xml" Id="R667c919ab9354c9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c78dd04340bb" /><Relationship Type="http://schemas.openxmlformats.org/officeDocument/2006/relationships/notesSlide" Target="/ppt/notesSlides/notesSlide49.xml" Id="R5a44c494c0d2499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e2b72a2b54e12" /><Relationship Type="http://schemas.openxmlformats.org/officeDocument/2006/relationships/notesSlide" Target="/ppt/notesSlides/notesSlide50.xml" Id="R046be4abd9e24e2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6de58243642d7" /><Relationship Type="http://schemas.openxmlformats.org/officeDocument/2006/relationships/notesSlide" Target="/ppt/notesSlides/notesSlide51.xml" Id="R4cbe9965a63b456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b90c647404add" /><Relationship Type="http://schemas.openxmlformats.org/officeDocument/2006/relationships/notesSlide" Target="/ppt/notesSlides/notesSlide52.xml" Id="R75f01708810f425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df410ddf340c7" /><Relationship Type="http://schemas.openxmlformats.org/officeDocument/2006/relationships/notesSlide" Target="/ppt/notesSlides/notesSlide53.xml" Id="R2edd911ed7a64ad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3d02923ac48b2" /><Relationship Type="http://schemas.openxmlformats.org/officeDocument/2006/relationships/notesSlide" Target="/ppt/notesSlides/notesSlide54.xml" Id="R44b42a1a526a437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db96c1404f00" /><Relationship Type="http://schemas.openxmlformats.org/officeDocument/2006/relationships/notesSlide" Target="/ppt/notesSlides/notesSlide55.xml" Id="R2060057cf4664388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05508f92c489b" /><Relationship Type="http://schemas.openxmlformats.org/officeDocument/2006/relationships/notesSlide" Target="/ppt/notesSlides/notesSlide56.xml" Id="R4a7ddb6fc0544fe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ac6ddbae4b32" /><Relationship Type="http://schemas.openxmlformats.org/officeDocument/2006/relationships/notesSlide" Target="/ppt/notesSlides/notesSlide57.xml" Id="R282dc917ac6147e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c928650674e76" /><Relationship Type="http://schemas.openxmlformats.org/officeDocument/2006/relationships/notesSlide" Target="/ppt/notesSlides/notesSlide58.xml" Id="Rc0d64c59979b4c0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54c2ebbd442ba" /><Relationship Type="http://schemas.openxmlformats.org/officeDocument/2006/relationships/notesSlide" Target="/ppt/notesSlides/notesSlide59.xml" Id="R20070f1212a446c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3e3617ed548ec" /><Relationship Type="http://schemas.openxmlformats.org/officeDocument/2006/relationships/notesSlide" Target="/ppt/notesSlides/notesSlide60.xml" Id="R2488081996f24fd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89966541d4419" /><Relationship Type="http://schemas.openxmlformats.org/officeDocument/2006/relationships/notesSlide" Target="/ppt/notesSlides/notesSlide61.xml" Id="Rf6f6d0015eb54b1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1ff6127cd44f2" /><Relationship Type="http://schemas.openxmlformats.org/officeDocument/2006/relationships/notesSlide" Target="/ppt/notesSlides/notesSlide62.xml" Id="R10d8353201e9496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e908ffade4336" /><Relationship Type="http://schemas.openxmlformats.org/officeDocument/2006/relationships/notesSlide" Target="/ppt/notesSlides/notesSlide63.xml" Id="R6d2922a8ba0748b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e32ea2ff54b22" /><Relationship Type="http://schemas.openxmlformats.org/officeDocument/2006/relationships/notesSlide" Target="/ppt/notesSlides/notesSlide64.xml" Id="R752da203282a4af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14ab3d5864c01" /><Relationship Type="http://schemas.openxmlformats.org/officeDocument/2006/relationships/notesSlide" Target="/ppt/notesSlides/notesSlide65.xml" Id="Radaa9823dfda433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a17e991c044e9" /><Relationship Type="http://schemas.openxmlformats.org/officeDocument/2006/relationships/notesSlide" Target="/ppt/notesSlides/notesSlide66.xml" Id="R744e3ec46af44e2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26bbb8c724bd7" /><Relationship Type="http://schemas.openxmlformats.org/officeDocument/2006/relationships/notesSlide" Target="/ppt/notesSlides/notesSlide67.xml" Id="R6bc09def17614f0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0796067db4cd8" /><Relationship Type="http://schemas.openxmlformats.org/officeDocument/2006/relationships/notesSlide" Target="/ppt/notesSlides/notesSlide68.xml" Id="R5e3f4e29b55e410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3a036cfdd44e7" /><Relationship Type="http://schemas.openxmlformats.org/officeDocument/2006/relationships/notesSlide" Target="/ppt/notesSlides/notesSlide69.xml" Id="R4e7e6d8ad8bb45f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140abd7854ccf" /><Relationship Type="http://schemas.openxmlformats.org/officeDocument/2006/relationships/notesSlide" Target="/ppt/notesSlides/notesSlide70.xml" Id="R1e31dcca32f0446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e1d808a2247af" /><Relationship Type="http://schemas.openxmlformats.org/officeDocument/2006/relationships/notesSlide" Target="/ppt/notesSlides/notesSlide71.xml" Id="R56940e5a30274528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1e64e0f4d4ab6" /><Relationship Type="http://schemas.openxmlformats.org/officeDocument/2006/relationships/notesSlide" Target="/ppt/notesSlides/notesSlide72.xml" Id="Ref0aa25de2cd4d2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b4d5073974806" /><Relationship Type="http://schemas.openxmlformats.org/officeDocument/2006/relationships/notesSlide" Target="/ppt/notesSlides/notesSlide73.xml" Id="Rd9a2da67db8c469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31c610ef7443b" /><Relationship Type="http://schemas.openxmlformats.org/officeDocument/2006/relationships/notesSlide" Target="/ppt/notesSlides/notesSlide74.xml" Id="Rfc76ecc4f27e43db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c1a6f18b440c4" /><Relationship Type="http://schemas.openxmlformats.org/officeDocument/2006/relationships/notesSlide" Target="/ppt/notesSlides/notesSlide75.xml" Id="Re0a84e3f837f45b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91fdc3b004bc8" /><Relationship Type="http://schemas.openxmlformats.org/officeDocument/2006/relationships/notesSlide" Target="/ppt/notesSlides/notesSlide76.xml" Id="Rfcd02c75cc5d4cf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0d98eaf104512" /><Relationship Type="http://schemas.openxmlformats.org/officeDocument/2006/relationships/notesSlide" Target="/ppt/notesSlides/notesSlide77.xml" Id="R4ae7f1c6c8e148e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890bf899f4b24" /><Relationship Type="http://schemas.openxmlformats.org/officeDocument/2006/relationships/notesSlide" Target="/ppt/notesSlides/notesSlide78.xml" Id="Rc9caacc7dc5b47a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66272ef149be" /><Relationship Type="http://schemas.openxmlformats.org/officeDocument/2006/relationships/notesSlide" Target="/ppt/notesSlides/notesSlide79.xml" Id="Ra431e362b00c434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b992867ab4343" /><Relationship Type="http://schemas.openxmlformats.org/officeDocument/2006/relationships/notesSlide" Target="/ppt/notesSlides/notesSlide80.xml" Id="Rcc41f76648604be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7fc28d244239" /><Relationship Type="http://schemas.openxmlformats.org/officeDocument/2006/relationships/notesSlide" Target="/ppt/notesSlides/notesSlide81.xml" Id="R065e90a862054c4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b54acb84456b" /><Relationship Type="http://schemas.openxmlformats.org/officeDocument/2006/relationships/notesSlide" Target="/ppt/notesSlides/notesSlide82.xml" Id="Ra40da10e395842a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80fbef51547ba" /><Relationship Type="http://schemas.openxmlformats.org/officeDocument/2006/relationships/notesSlide" Target="/ppt/notesSlides/notesSlide83.xml" Id="Re6f52a3434324b9a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ae92071d24f7d" /><Relationship Type="http://schemas.openxmlformats.org/officeDocument/2006/relationships/notesSlide" Target="/ppt/notesSlides/notesSlide84.xml" Id="R0909271a6b474f9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40e17fd1543bd" /><Relationship Type="http://schemas.openxmlformats.org/officeDocument/2006/relationships/notesSlide" Target="/ppt/notesSlides/notesSlide85.xml" Id="Rc8995db6aee94f6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03a5cafb64c97" /><Relationship Type="http://schemas.openxmlformats.org/officeDocument/2006/relationships/notesSlide" Target="/ppt/notesSlides/notesSlide86.xml" Id="Ra46365083835464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95d14da39479a" /><Relationship Type="http://schemas.openxmlformats.org/officeDocument/2006/relationships/notesSlide" Target="/ppt/notesSlides/notesSlide87.xml" Id="Rd8cd0e1e69bd4cf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58f61091b4fc4" /><Relationship Type="http://schemas.openxmlformats.org/officeDocument/2006/relationships/notesSlide" Target="/ppt/notesSlides/notesSlide88.xml" Id="Rf2e41a3e42964370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a2ff623834acf" /><Relationship Type="http://schemas.openxmlformats.org/officeDocument/2006/relationships/notesSlide" Target="/ppt/notesSlides/notesSlide89.xml" Id="R2890a7ea41e44dbb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425c8fae04e69" /><Relationship Type="http://schemas.openxmlformats.org/officeDocument/2006/relationships/notesSlide" Target="/ppt/notesSlides/notesSlide90.xml" Id="R53d4376e677048d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e5bef1e4e4786" /><Relationship Type="http://schemas.openxmlformats.org/officeDocument/2006/relationships/notesSlide" Target="/ppt/notesSlides/notesSlide91.xml" Id="R1da1982ad7b94b8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bfa28971d4a6d" /><Relationship Type="http://schemas.openxmlformats.org/officeDocument/2006/relationships/notesSlide" Target="/ppt/notesSlides/notesSlide92.xml" Id="R9d609a275cb14cf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f85135b20485d" /><Relationship Type="http://schemas.openxmlformats.org/officeDocument/2006/relationships/notesSlide" Target="/ppt/notesSlides/notesSlide93.xml" Id="R0c2afde3d49a4fcd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144cc79dc4062" /><Relationship Type="http://schemas.openxmlformats.org/officeDocument/2006/relationships/notesSlide" Target="/ppt/notesSlides/notesSlide94.xml" Id="R6cfae1e4d82d404f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2d5add941493c" /><Relationship Type="http://schemas.openxmlformats.org/officeDocument/2006/relationships/notesSlide" Target="/ppt/notesSlides/notesSlide95.xml" Id="Rc371e2971d30403f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84d075305434c" /><Relationship Type="http://schemas.openxmlformats.org/officeDocument/2006/relationships/notesSlide" Target="/ppt/notesSlides/notesSlide96.xml" Id="R824b44e5ded74f7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8f17ee3e14b69" /><Relationship Type="http://schemas.openxmlformats.org/officeDocument/2006/relationships/notesSlide" Target="/ppt/notesSlides/notesSlide97.xml" Id="R82b539cf5a004f7e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a1fa4417e4350" /><Relationship Type="http://schemas.openxmlformats.org/officeDocument/2006/relationships/notesSlide" Target="/ppt/notesSlides/notesSlide98.xml" Id="R51df518f24ee425e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97f50126e4e04" /><Relationship Type="http://schemas.openxmlformats.org/officeDocument/2006/relationships/notesSlide" Target="/ppt/notesSlides/notesSlide99.xml" Id="R755c44fa2405441f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8153680e841d2" /><Relationship Type="http://schemas.openxmlformats.org/officeDocument/2006/relationships/notesSlide" Target="/ppt/notesSlides/notesSlide100.xml" Id="Rfa1a94f3924b4ce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9d4c77c643e1" /><Relationship Type="http://schemas.openxmlformats.org/officeDocument/2006/relationships/notesSlide" Target="/ppt/notesSlides/notesSlide101.xml" Id="R6e1e99c0497f455a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a3b452d74a84" /><Relationship Type="http://schemas.openxmlformats.org/officeDocument/2006/relationships/notesSlide" Target="/ppt/notesSlides/notesSlide102.xml" Id="Rdfa9da9ce98b45e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e7d9ced6643ef" /><Relationship Type="http://schemas.openxmlformats.org/officeDocument/2006/relationships/notesSlide" Target="/ppt/notesSlides/notesSlide103.xml" Id="R1cdd5d380bb5484f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d4795ee744a69" /><Relationship Type="http://schemas.openxmlformats.org/officeDocument/2006/relationships/notesSlide" Target="/ppt/notesSlides/notesSlide104.xml" Id="R2856ca8e97534d5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c06e792674493" /><Relationship Type="http://schemas.openxmlformats.org/officeDocument/2006/relationships/notesSlide" Target="/ppt/notesSlides/notesSlide105.xml" Id="R530d9224309e42f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299bcd8a24d9f" /><Relationship Type="http://schemas.openxmlformats.org/officeDocument/2006/relationships/notesSlide" Target="/ppt/notesSlides/notesSlide106.xml" Id="R1bd29f952bb44a76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a6363e8c441ff" /><Relationship Type="http://schemas.openxmlformats.org/officeDocument/2006/relationships/notesSlide" Target="/ppt/notesSlides/notesSlide107.xml" Id="R71fc4bc8f0d4441c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e22b10ba74336" /><Relationship Type="http://schemas.openxmlformats.org/officeDocument/2006/relationships/notesSlide" Target="/ppt/notesSlides/notesSlide108.xml" Id="R79be328a03324f5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116e2298a4f4b" /><Relationship Type="http://schemas.openxmlformats.org/officeDocument/2006/relationships/notesSlide" Target="/ppt/notesSlides/notesSlide109.xml" Id="R2040f1c31b9b490a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8f54cc3c4c02" /><Relationship Type="http://schemas.openxmlformats.org/officeDocument/2006/relationships/notesSlide" Target="/ppt/notesSlides/notesSlide110.xml" Id="R28dfdc90642b4c95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e1ec90dc74eb4" /><Relationship Type="http://schemas.openxmlformats.org/officeDocument/2006/relationships/notesSlide" Target="/ppt/notesSlides/notesSlide111.xml" Id="R9c56ae702abe47a4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a04d5c3394fbf" /><Relationship Type="http://schemas.openxmlformats.org/officeDocument/2006/relationships/notesSlide" Target="/ppt/notesSlides/notesSlide112.xml" Id="R2f91a4ab1e7743af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fa65b84be427f" /><Relationship Type="http://schemas.openxmlformats.org/officeDocument/2006/relationships/notesSlide" Target="/ppt/notesSlides/notesSlide113.xml" Id="Rfca4270bf9674e8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b13bb909c4158" /><Relationship Type="http://schemas.openxmlformats.org/officeDocument/2006/relationships/notesSlide" Target="/ppt/notesSlides/notesSlide114.xml" Id="Rcc747041cb604cc5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b5dafe30f4cf6" /><Relationship Type="http://schemas.openxmlformats.org/officeDocument/2006/relationships/notesSlide" Target="/ppt/notesSlides/notesSlide115.xml" Id="Rab4fd92dd49d4e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901EA9-C1B7-4E90-88B2-792B03AF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walkthrough: Graph summarization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0DE89-4BD5-4B20-88B2-2FFAA25B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Graph → prune → cluster → summarize → label → run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4B56D-1004-4086-8403-86D52918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Mục tiêu: đọc được cấu trúc dữ liệu, công thức điểm, bài toán ILP, phép chiếu π, prompt labeling và lệnh chạy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422B4-E94F-48CA-A967-47015EA7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</a:t>
            </a:r>
          </a:p>
        </p:txBody>
      </p:sp>
    </p:spTree>
    <p:extLst>
      <p:ext uri="{BB962C8B-B14F-4D97-AF65-F5344CB8AC3E}">
        <p14:creationId xmlns:p14="http://schemas.microsoft.com/office/powerpoint/2010/main" val="1529092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2A2C75-06DD-44FA-B3F0-5EBAD3A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BẢN ĐỒ ĐỌC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CB88-1EAA-4291-87A0-24064D1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Luồng chính có 5 bước và một bước 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6AA1C-AAAC-44E1-9378-85B9ACF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B4EAF-A0C1-493D-95C7-73F3AAC3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Graph giữ attribution graph gốc: node metadata nằm trong tensor và adjacency.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Prune đổi Graph/AttrGraph thành PruneGraph nhỏ hơn nhưng giữ các score tensor.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Cluster gom feature/error middle nodes thành supernodes, embeddings/logits là anchor.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Summarize tạo SummaryGraph và chiếu block adjacency thành DAG sau π.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Labeling dùng LLM để đặt role/name/description cho từng supernode.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16E35-607F-4137-B6E4-26FF71B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Thông điệp cần nhớ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8A1DF-7DFE-4C19-BB95-47B643F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Quy ước adjacency xuyên suốt: adj[target, source].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Influence đi từ output/logit ngược về nguồn.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Relevance đi từ input/embedding xuôi đến đích.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Role vector φ mô tả cả vai trò upstream và downstream của một node.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Summary graph không phải graph gốc; nó là graph đã prune, group và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FA261-BF99-426E-B6C1-D179E93C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</a:t>
            </a:r>
          </a:p>
        </p:txBody>
      </p:sp>
    </p:spTree>
    <p:extLst>
      <p:ext uri="{BB962C8B-B14F-4D97-AF65-F5344CB8AC3E}">
        <p14:creationId xmlns:p14="http://schemas.microsoft.com/office/powerpoint/2010/main" val="1797542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EFCECF-A428-4DE5-BDE0-0E489FC0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58D38-4473-40E5-8B54-D84399EE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Ký hiệu dùng xuyên suốt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05897-9455-4C7C-ADFD-E3486FD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10C21-0E64-435A-B382-259BB8EB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828B-4CF9-4203-B34B-7A4DDE08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 ∈ ℝᴺˣᴺ là adjacency, A[t, s] là cạnh source s → target 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z là seed ở logit target; e là seed ở embedding/input.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 là influence output-side; R là relevance input-side.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Sₖ là tập node nằm trong supernode 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B6294-39DF-4E6D-988A-6878EE5F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03BFF-1D67-4B58-9E46-A2869219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0DF2B-14F8-48AB-84F0-00EC955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A_abs = abs(A)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A_row = A_abs / row_sum(A_abs)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 = z + zA + zA² + ...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 = e + eAᵀ + e(Aᵀ)² + ...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block[t,s] = Σᵥ∈Sₜ Σᵤ∈Sₛ A[v,u]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C798C-AB9C-40FF-B2DF-09C0F706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CD36A-9828-4BC5-B36F-FFAC35E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Chuẩn hóa theo hàng biến mỗi target thành phân phối trên nguồn trực tiếp.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Influence cộng mọi đường đi từ logit quay ngược qua graph.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Relevance dùng Aᵀ để lan từ token đầu vào đến các node chịu ảnh hưởng.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Block-sum giữ tổng khối lượng cạnh giữa hai supernode.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8CA97-24EA-407E-B3C4-D36886D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4AF76-AE17-4C49-8BD8-A2D4A7E9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score = combine(norm(I), norm(R))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π(block) = collapse antiparallel + remove back-edges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2FE7E-27F9-4B78-A7C3-8F5E3F26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</a:t>
            </a:r>
          </a:p>
        </p:txBody>
      </p:sp>
    </p:spTree>
    <p:extLst>
      <p:ext uri="{BB962C8B-B14F-4D97-AF65-F5344CB8AC3E}">
        <p14:creationId xmlns:p14="http://schemas.microsoft.com/office/powerpoint/2010/main" val="1065083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8299A0-89E3-4A64-B502-F4899A70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CBD05-A5E7-45AC-9D49-202C2BD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Graph là container của attribution graph gốc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3D627-05F7-4BDD-A646-768298B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6ED0-5BA9-45FA-9E99-95543F5A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prompt string, token tensor, active features, adjacency matrix, model cfg, selected features, activations, logit targets, logit probabilities.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một object có đủ tensor để save/load, move device và bridge sang AttrGraph.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Thứ tự node được ghi rõ trong docstring: active features → error nodes → embed nodes → logit nodes.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Graph chưa phải Summary graph; nó vẫn nằm ở mức node attribution gốc.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BC1D7-5EDB-4C88-8DDF-B402DFB4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Chi tiết đọc từng dòng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26B47-C56E-4281-81EF-0951EC00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Các annotation đầu class là schema: tên field và kiểu tensor/list.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__init__ lưu metadata, convert cfg về UnifiedConfig, tính n_pos và cảnh báo nếu thiếu scan.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to(device) chỉ chuyển tensor cần device; logit target là record Python nên giữ nguyên.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logit_token_ids tạo tensor token id từ LogitTarget.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to_pt/from_pt serialize toàn bộ Graph và có nhánh tương thích graph cũ.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CE26C-3222-4F4F-9D0C-69742824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</a:t>
            </a:r>
          </a:p>
        </p:txBody>
      </p:sp>
    </p:spTree>
    <p:extLst>
      <p:ext uri="{BB962C8B-B14F-4D97-AF65-F5344CB8AC3E}">
        <p14:creationId xmlns:p14="http://schemas.microsoft.com/office/powerpoint/2010/main" val="19271744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4F192-959E-445E-8C01-4D1AFC02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2964A-F994-4516-B171-BA4E7305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59912-176D-405C-B90C-71CF2940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BE2C7-2056-4605-B3F4-B6479E5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9DFA4-2451-4784-AAFD-E0B15970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input_string: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input_tokens: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logit_targets: list[LogitTarget]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active_features: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adjacency_matrix: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selected_features: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activation_values: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logit_probabilities: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vocab_size: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cfg: UnifiedConfig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scan: str | list[str] |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n_pos: int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__init__(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input_string: 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input_tokens: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active_features: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adjacency_matrix: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cfg,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selected_features: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activation_values: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logit_targets: list[LogitTarget],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29DCD-01A9-45C3-BCD1-39A0138C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C2A7-8DB3-46BD-AFCA-88177D9C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</a:t>
            </a:r>
          </a:p>
        </p:txBody>
      </p:sp>
    </p:spTree>
    <p:extLst>
      <p:ext uri="{BB962C8B-B14F-4D97-AF65-F5344CB8AC3E}">
        <p14:creationId xmlns:p14="http://schemas.microsoft.com/office/powerpoint/2010/main" val="3660028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E6A5E-3782-47EB-93AD-7F34E2F3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7D794-2219-4E8F-A6BA-AF6A0B6E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AE57C-CCA1-4D54-98E6-684A4C9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6CA63-11AD-4B16-9429-CA027F2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3B9D-EA73-4585-8078-B9A4C9D6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logit_probabilities: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scan: str | list[str]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vocab_size: int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 graph object containing the adjacency matrix describing the direct effect of each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 on each other. Nodes are either non-zero transcoder features, transcoder errors,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tokens, or logits. They are stored in the order [active_features[0], ...,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active_features[n-1], error[layer0][position0], error[layer0][position1], ...,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error[layer l - 1][position t-1], tokens[0], ..., tokens[t-1], logits[top-1 logit],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..., logits[top-k logit]].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Args: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input_string (str): The input string attributed.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input_tokens (torch.Tensor): The input tokens attributed.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active_features (torch.Tensor): A tensor of shape (n_active_features, 3)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containing the indices (layer, pos, feature_idx) of the non-zero features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of the model on the given input string.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adjacency_matrix (torch.Tensor): The adjacency matrix. Organized as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[active_features, error_nodes, embed_nodes, logit_nodes], where there are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model.cfg.n_layers * len(input_tokens) error nodes, len(input_tokens) embed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nodes, len(logit_targets) logit nodes. The rows represent target nodes, while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columns represent source 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cfg: The cfg of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4500A-AFDC-43FD-8C68-255F7F8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456A4-0728-4E62-A193-20F7465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</a:t>
            </a:r>
          </a:p>
        </p:txBody>
      </p:sp>
    </p:spTree>
    <p:extLst>
      <p:ext uri="{BB962C8B-B14F-4D97-AF65-F5344CB8AC3E}">
        <p14:creationId xmlns:p14="http://schemas.microsoft.com/office/powerpoint/2010/main" val="505581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D268E9-2E74-49F1-8B4E-B7860D7A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CIRCUIT_TRACER/GRAPH.PY:66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DF1D1-3019-48B1-88B1-EBB78998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0A4E7-569B-46FA-BF90-426330AC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49E59-1099-43A3-8DA0-37E4E554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1A18B-EDFC-455A-B910-523E2351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selected_features (torch.Tensor): Indices into active_features for selected 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activation_values (torch.Tensor): Activation values for selected features.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logit_targets: List of LogitTarget records describing each logit target.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logit_probabilities: Tensor of logit target probabilities/weights.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scan (Union[str,List[str]] | None, optional): The identifier of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transcoders used in the graph. Without a scan, the graph cannot be uploaded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(since we won't know what transcoders were used). Defaults to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vocab_size: Vocabulary size. If not provided, defaults to cfg.d_vocab.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self.logit_targets = logit_targets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self.logit_probabilities = logit_probabilities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self.vocab_size = vocab_size if vocab_size is not None else cfg.d_vocab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self.input_string = input_string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self.adjacency_matrix = adjacency_matrix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# Convert cfg to UnifiedConfig (handles both HookedTransformerConfig and NNSight configs)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self.cfg = convert_nnsight_config_to_transformerlens(cfg)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self.n_pos = len(input_tokens)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self.active_features = active_features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self.input_tokens = input_tokens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scan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print("Graph loaded without scan to identify it. Uploading will not be possible.")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self.scan = scan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self.selected_features = selected_features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81B6D-2611-49C2-B03C-DFD10BC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3E63F-DAB6-440F-AE96-68F1246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</a:t>
            </a:r>
          </a:p>
        </p:txBody>
      </p:sp>
    </p:spTree>
    <p:extLst>
      <p:ext uri="{BB962C8B-B14F-4D97-AF65-F5344CB8AC3E}">
        <p14:creationId xmlns:p14="http://schemas.microsoft.com/office/powerpoint/2010/main" val="143822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D2F3B-110E-43CF-8FC5-FBAF5D3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CIRCUIT_TRACER/GRAPH.PY:90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DEEAD-48AB-475D-A883-11097A7D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4BD10-7764-4451-B049-1B43771F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95CC5-26D9-4290-BA1A-2966972C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78773-11D5-4B0D-AB84-D1380DE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self.activation_values = activation_values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to(self, device):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"""Send all relevant tensors to the device (cpu, cuda, etc.)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Args: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device (_type_): device to send tensors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self.adjacency_matrix = self.adjacency_matrix.to(device)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self.active_features = self.active_features.to(device)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# logit_targets is list[LogitTarget], no device transfer needed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self.logit_probabilities = self.logit_probabilities.to(device)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logit_token_ids(self)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"""Tensor of logit target token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Returns token IDs for logit targets on the same device as other graph tensors.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torch.Tensor: Long tensor of vocabulary indices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torch.tensor(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[target.vocab_idx for target in self.logit_targets],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3AB90-418D-4424-BA18-1D8B5062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806C6-FB9E-4912-9C1D-4016C73B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</a:t>
            </a:r>
          </a:p>
        </p:txBody>
      </p:sp>
    </p:spTree>
    <p:extLst>
      <p:ext uri="{BB962C8B-B14F-4D97-AF65-F5344CB8AC3E}">
        <p14:creationId xmlns:p14="http://schemas.microsoft.com/office/powerpoint/2010/main" val="15582941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2136E-447F-40A2-8B24-D207B672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CIRCUIT_TRACER/GRAPH.PY:114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B19DD-C342-44FE-AC97-B16C4AD7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B97DA-B72B-4227-8569-6069CFEA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6D7E2-61DB-421B-9229-2093D715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65EB-8D46-4092-978D-05D88FB7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dtype=torch.long,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device=self.logit_probabilities.device,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logit_tokens(self)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"""Get logit target token IDs tensor (legacy compatibility).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.. deprecated::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Use `logit_token_ids` property instead. This is an alias for backward compatibility.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Raises: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ValueError: If any targets have virtual indices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warnings.warn(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"logit_tokens property is deprecated. Use logit_token_ids property instead.",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DeprecationWarning,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stacklevel=2,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self.logit_token_ids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to_pt(self, path: str):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"""Saves the graph at the given path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C4C78-0015-4F3C-B32F-60FB078D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1FD00-9367-4BEB-97AC-32630C19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</a:t>
            </a:r>
          </a:p>
        </p:txBody>
      </p:sp>
    </p:spTree>
    <p:extLst>
      <p:ext uri="{BB962C8B-B14F-4D97-AF65-F5344CB8AC3E}">
        <p14:creationId xmlns:p14="http://schemas.microsoft.com/office/powerpoint/2010/main" val="9559536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A1A6D-BC74-4CBA-9176-1B856A23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CIRCUIT_TRACER/GRAPH.PY:138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E6557-7584-4877-B535-8401C96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6BF8F-D1EC-435E-B057-44D8161D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161BD-BE47-48A0-83B0-B5A21BDF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B342C-65CF-4167-85C1-1D9DDAF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Args: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path (str): The path where the graph will be saved. Should end in .pt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 =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"input_string": self.input_string,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"adjacency_matrix": self.adjacency_matrix,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"cfg": self.cfg,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"active_features": self.active_features,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"logit_targets": self.logit_targets,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"logit_probabilities": self.logit_probabilities,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"vocab_size": self.vocab_size,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"input_tokens": self.input_tokens,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"selected_features": self.selected_features,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"activation_values": self.activation_values,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"scan": self.scan,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torch.save(d, path)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@staticmethod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from_pt(path: str, map_location="cpu") -&gt; "Graph":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"""Load a graph (saved using graph.to_pt) from a .pt file at the given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Handles backward compatibility with older serialized graphs that stored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logit_targets as a torch.Tensor of token 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F270C-055F-427B-B556-90170A21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7335D-1951-4AC3-AB67-A12E6367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</a:t>
            </a:r>
          </a:p>
        </p:txBody>
      </p:sp>
    </p:spTree>
    <p:extLst>
      <p:ext uri="{BB962C8B-B14F-4D97-AF65-F5344CB8AC3E}">
        <p14:creationId xmlns:p14="http://schemas.microsoft.com/office/powerpoint/2010/main" val="8458917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4D3438-BC80-4821-8656-0289165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CIRCUIT_TRACER/GRAPH.PY:162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A241C-D0A4-402C-8149-767E90E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nguyên code Graph data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833F6-778C-480B-B4F0-FA4DEF0E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4A933-1D9F-4D93-AA2D-4B79A9F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E76F0-2763-4663-882A-DE2373F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Args: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path (str): The path of the Graph to load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map_location (str, optional): the device to load the graph onto.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Defaults to 'cpu'.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Graph: the Graph saved at the specified path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 = torch.load(path, weights_only=False, map_location=map_location)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# BC: convert legacy tensor logit_targets to LogitTarget list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lt = d.get("logit_targets")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isinstance(lt, torch.Tensor):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d["logit_targets"] = [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LogitTarget(token_str="", vocab_idx=int(idx)) for idx in lt.tolist()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Graph(**d)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4F0F4-8D20-4F00-BF85-DC3E198E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7/7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6716C-3E8F-4F13-A0A5-B0F85677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</a:t>
            </a:r>
          </a:p>
        </p:txBody>
      </p:sp>
    </p:spTree>
    <p:extLst>
      <p:ext uri="{BB962C8B-B14F-4D97-AF65-F5344CB8AC3E}">
        <p14:creationId xmlns:p14="http://schemas.microsoft.com/office/powerpoint/2010/main" val="1776321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D8175-2B44-48D3-B3C0-6888246F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860F5-56A7-47B5-954C-A23F23A9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PruneGraph là artifact sau Stage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5E859-E5EF-4964-88CC-90947EC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BD8F6-F5F2-48C5-8F10-32EFE8F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73423-73BE-47CA-9966-2D1B5EAD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list Node đã được map từ AttrGraph và pruned_adj sau threshold.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PruneGraph có node/edge score để Stage 2 dùng tiếp.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metadata giữ provenance: prompt, target token, scan, prompt_tokens.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0E867-5BDC-4307-A277-5E388757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9A076-0DEE-475B-A117-E0EB7459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F318B-13D5-463A-B0EC-F5222703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PruneGraph(nodes, pruned_adj, metadata, scores)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num_nodes = len(nodes)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num_edges = count(pruned_adj != 0)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node_ids = [node.node_id for node in nodes]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to_dict/from_dict lưu và khôi phục tensor +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3B542-F116-450C-A3A3-8B9EC36A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5E9F5-BD64-4F75-913C-91BFA8E0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Dataclass làm artifact phẳng, dễ torch.save.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Score tensor không bắt buộc để đọc graph cũ, nhưng nếu có thì clustering dùng được.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from_dict validate khóa tối thiểu để tránh payload thiếu nodes/adj/metadata.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BACA4-2088-4597-8395-C0BFAE99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12</a:t>
            </a:r>
          </a:p>
        </p:txBody>
      </p:sp>
    </p:spTree>
    <p:extLst>
      <p:ext uri="{BB962C8B-B14F-4D97-AF65-F5344CB8AC3E}">
        <p14:creationId xmlns:p14="http://schemas.microsoft.com/office/powerpoint/2010/main" val="1992171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4E4FFB-4D95-4E59-B4F8-E054ADB3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SUMMARIZATION/PRUNE.PY:248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00168-DDD4-4A47-A7A6-503607CA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A4000-CF0E-43F9-AD6A-C7366F96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D69C2-FEBC-470C-BA41-868BA6F6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2929-3776-43DE-86C9-7B30E8A2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PruneGraph: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nodes: list[Node]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dict[str, Any]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node_influence: torch.Tensor | None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node_relevance: torch.Tensor | None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edge_influence: torch.Tensor | None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edge_relevance: torch.Tensor | None =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num_nodes(self) -&gt; int: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len(self.nodes)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num_edges(self) -&gt; int: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int((self.pruned_adj != 0).sum().item())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node_ids(self)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[n.node_id for n in self.nodes]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to_dict(self) -&gt; dict[str, Any]: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"nodes": [asdict(n) for n in self.nodes],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EF1DA-123C-4B56-9D86-71520D1D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62D05-9931-42B2-A7B0-AB890866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13</a:t>
            </a:r>
          </a:p>
        </p:txBody>
      </p:sp>
    </p:spTree>
    <p:extLst>
      <p:ext uri="{BB962C8B-B14F-4D97-AF65-F5344CB8AC3E}">
        <p14:creationId xmlns:p14="http://schemas.microsoft.com/office/powerpoint/2010/main" val="1609989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D1C92-8984-4EE7-8CEE-FB20A4FF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SUMMARIZATION/PRUNE.PY:272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42C3-7481-477E-973B-1835DFB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AC90C-7485-4DC3-8906-9053E1B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2EBD7-C727-4FF5-A5CC-12C7724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4B3BF-E224-4C61-830E-401B98BF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"pruned_adj": self.pruned_adj,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"node_influence": self.node_influence,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"node_relevance": self.node_relevance,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"edge_influence": self.edge_influence,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"edge_relevance": self.edge_relevance,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"metadata": self.metadata,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@classmethod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from_dict(cls, payload: dict[str, Any]) -&gt; "PruneGraph":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required =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"nodes",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"pruned_adj",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"metadata",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missing = required - set(payload.keys())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missing: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ValueError(f"Invalid PruneGraph payload. Missing keys: {sorted(missing)}")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nodes = _nodes_from_payload(payload["nodes"])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cls(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nodes=nodes,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pruned_adj=payload["pruned_adj"],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node_influence=payload.get("node_influence"),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node_relevance=payload.get("node_relevance"),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77036-28E4-4B1E-BE88-B6A93910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09A03-FA1D-44BA-9D44-4E8BE33C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14</a:t>
            </a:r>
          </a:p>
        </p:txBody>
      </p:sp>
    </p:spTree>
    <p:extLst>
      <p:ext uri="{BB962C8B-B14F-4D97-AF65-F5344CB8AC3E}">
        <p14:creationId xmlns:p14="http://schemas.microsoft.com/office/powerpoint/2010/main" val="2034084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58B6B-8ABD-4521-97E3-DC55DF48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SUMMARIZATION/PRUNE.PY:296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3EDD2-DBEA-4C49-B650-21C54C0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0CC33-109A-4AB1-ABFB-91BB09DD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B87D2-8E2E-4D29-8907-B92CF811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6AA70-AB64-4D05-BFBE-45D3915F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edge_influence=payload.get("edge_influence"),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edge_relevance=payload.get("edge_relevance"),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metadata=payload["metadata"],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84485-BAA4-4054-AA67-364FCEE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A3807-0D7A-43BE-B063-5FAC4FD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15</a:t>
            </a:r>
          </a:p>
        </p:txBody>
      </p:sp>
    </p:spTree>
    <p:extLst>
      <p:ext uri="{BB962C8B-B14F-4D97-AF65-F5344CB8AC3E}">
        <p14:creationId xmlns:p14="http://schemas.microsoft.com/office/powerpoint/2010/main" val="1354650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9D939-C796-4D85-93EC-6915F508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PRUNE SCORE FUNCTIONS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69147-F570-4155-B35F-0DB9716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Influence và relevance đo hai chiều quan trọng của 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8EBE9-106A-4A31-AD25-3445EC65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FD5F4-1CEE-41F8-9812-6A751F16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ADC95-B69E-4908-B076-DA322C12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adjacency A, seed logits z hoặc seed embeddings 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score vector N chiều cho node; score matrix N×N cho edge.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Influence hỏi node giúp output target bao nhiêu.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Relevance hỏi node còn được nối với input evidence bao nhiêu.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F89F-70EF-4DDB-8AE1-694320DF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CA93-3344-4109-A98D-6A45A19C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2EB20-6319-447F-A8A1-0A24C647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A_norm = row_normalize(abs(A))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current = seed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while current has mass: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current = current @ A_norm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total += current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edge_score = A_norm * node_score[:, None]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36BC2-99CE-438A-A3C6-D14565F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CAF98-C955-4EAF-B1D9-445AE9EB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normalize_matrix dùng abs vì pruning quan tâm độ lớn đóng góp trước khi giữ dấu ở adjacency.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compute_influence bắt đầu từ logit seed và đi ngược theo adj[target, source].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compute_relevance chạy cùng logic trên adj.T để đi xuôi từ embedding.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Edge score phân bổ score của target/source theo phân phối cạnh trực tiếp.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3E4B6-6BE9-4AF5-877B-E3645047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694E2-C4E3-4B16-9C14-7BB79C6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 = z + zA + zA² + ...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 = e + eAᵀ + e(Aᵀ)² + 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9ABBE-4359-458B-B986-BC3C756C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16</a:t>
            </a:r>
          </a:p>
        </p:txBody>
      </p:sp>
    </p:spTree>
    <p:extLst>
      <p:ext uri="{BB962C8B-B14F-4D97-AF65-F5344CB8AC3E}">
        <p14:creationId xmlns:p14="http://schemas.microsoft.com/office/powerpoint/2010/main" val="1881476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57CE1-FC16-436D-BA26-499BF9D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7F607-E875-4E27-B937-EE13D1D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influence /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B0E2B-569F-42E4-A3D5-623915D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ABFA3-C21D-432C-8CD5-96B0168E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170F9-B82B-478B-9BA5-9530067E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normalize_matrix(matrix: torch.Tensor)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"""Row-normalize absolute edge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 and output both have shape (N, N). With ``adj[target, source]``,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row-normalizing ``adj`` gives each target node a distribution over its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immediate sources; row-normalizing ``adj.T`` gives each source a distribution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over its immediate targets.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normalized = matrix.abs()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normalized / normalized.sum(dim=1, keepdim=True).clamp(min=1e-10)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compute_influence(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max_iter: int = 1000,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"""Propagate output-side influence backward through normalized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Row-normalized adjacency, shape (N, N), usually from ``normalize_matrix(adj)``.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90292-3CF6-4F4C-ADC4-05A84DA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9D796-0D3D-4E9A-BAC7-46CB02E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17</a:t>
            </a:r>
          </a:p>
        </p:txBody>
      </p:sp>
    </p:spTree>
    <p:extLst>
      <p:ext uri="{BB962C8B-B14F-4D97-AF65-F5344CB8AC3E}">
        <p14:creationId xmlns:p14="http://schemas.microsoft.com/office/powerpoint/2010/main" val="8866341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F055E-C4C4-4E95-BC7D-B4535184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SUMMARIZATION/PRUNE.PY:59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27585-33A7-40D5-B37C-9EB3F501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influence /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69CEA-6427-4B2F-8626-FB7B703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C9C3B-5BCF-46C3-9BDE-DF4DE8D4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E6DD0-0E65-41D4-ACD3-C7CFF64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Initial mass on logit/output nodes, shape (N,).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Accumulated influence for every node, shape (N,).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current_influence = logit_weights.clone()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 = current_influence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iterations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while current_influence.any():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iterations &gt;= max_iter: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RuntimeError(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f"Influence computation failed to converge after {iterations} iterations"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current_influence = current_influence @ A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influence += current_influence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iterations += 1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influence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compute_node_influence(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adjacency_matrix: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torch.Tensor,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0FF63-9E00-47F3-B86F-63235958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DEA24-7059-4E2B-AC40-9E59208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18</a:t>
            </a:r>
          </a:p>
        </p:txBody>
      </p:sp>
    </p:spTree>
    <p:extLst>
      <p:ext uri="{BB962C8B-B14F-4D97-AF65-F5344CB8AC3E}">
        <p14:creationId xmlns:p14="http://schemas.microsoft.com/office/powerpoint/2010/main" val="6463784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6336F-ADA5-4624-A412-27F8D85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SUMMARIZATION/PRUNE.PY:83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28A7F-8AA5-4372-B4F8-873C6A6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influence /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00C49-C5BE-4B68-88A9-DB0EBF8E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B4AC9-100F-4158-B045-01CFA31C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8B0E-BC43-4E5D-8016-1D1BA7B8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"""Node influence scores, shape (N,), from raw adjacency shape (N, N)."""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compute_influence(normalize_matrix(adjacency_matrix), logit_weights)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compute_edge_influence(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pruned_matrix: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"""Edge influence scores, shape (N, N), aligned with ``pruned_matrix``."""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normalized_pruned = normalize_matrix(pruned_matrix)  # (N, 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pruned_influence = compute_influence(normalized_pruned, logit_weights)  # (N,)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edge_scores = normalized_pruned * pruned_influence[:, None]  # (N, 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edge_scores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compute_relevance(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max_iter: int = 1000,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"""Propagate input-side relevance forward through normalized transposed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86BAC-BB34-4567-8D1F-1826AB59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BFB30-38BF-425F-8350-F4199DB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19</a:t>
            </a:r>
          </a:p>
        </p:txBody>
      </p:sp>
    </p:spTree>
    <p:extLst>
      <p:ext uri="{BB962C8B-B14F-4D97-AF65-F5344CB8AC3E}">
        <p14:creationId xmlns:p14="http://schemas.microsoft.com/office/powerpoint/2010/main" val="2511890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FF10E-D651-41C1-A5CA-145EC5D9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SUMMARIZATION/PRUNE.PY:107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13CB2-80C2-4451-ADBE-093446E0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influence /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6CCF64-1205-4918-9359-53717615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43D77-464F-4557-B585-440AA468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C5C63-DAA6-4B81-A0BB-6B5F9D1B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Row-normalized transposed adjacency, shape (N, N), usually from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``normalize_matrix(adj.T)``.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Initial mass on embedding/input nodes, shape (N,).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Accumulated relevance for every node, shape (N,).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current_relevance = emb_weights.clone()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 = current_relevance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iterations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while current_relevance.any():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iterations &gt;= max_iter: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RuntimeError(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f"Relevance computation failed to converge after {iterations} iterations"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current_relevance = current_relevance @ A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relevance += current_relevance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iterations += 1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relevance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71D8F-8F18-440C-BA54-DE8C6BB8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61EB7-3DB6-4B30-8A49-33CE125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20</a:t>
            </a:r>
          </a:p>
        </p:txBody>
      </p:sp>
    </p:spTree>
    <p:extLst>
      <p:ext uri="{BB962C8B-B14F-4D97-AF65-F5344CB8AC3E}">
        <p14:creationId xmlns:p14="http://schemas.microsoft.com/office/powerpoint/2010/main" val="1942227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95884-A734-448E-AB80-F32DB9A5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SUMMARIZATION/PRUNE.PY:131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E4D32-1D02-4A79-98E8-D3FC930D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influence / relevance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BA5DE-A05C-478D-B562-860E5BC7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9383-DE40-41D1-9D86-2A877112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80F1D-2338-46AA-A6B3-220BAAB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compute_node_relevance(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adjacency_matrix: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"""Node relevance scores, shape (N,), from raw adjacency shape (N, N)."""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compute_relevance(normalize_matrix(adjacency_matrix.T), emb_weights)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compute_edge_relevance(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pruned_matrix: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"""Edge relevance scores, shape (N, N), returned in ``adj[target, source]`` layout."""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normalized_pruned = normalize_matrix(pruned_matrix.T)  # (N, 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pruned_relevance = compute_relevance(normalized_pruned, emb_weights)  # (N,)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edge_scores = normalized_pruned * pruned_relevance[:, None]  # (N, 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edge_scores.T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6D477-4EDC-4D3B-8BA7-36DD9994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D39F4-6F3B-445C-B81E-C938A7B7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21</a:t>
            </a:r>
          </a:p>
        </p:txBody>
      </p:sp>
    </p:spTree>
    <p:extLst>
      <p:ext uri="{BB962C8B-B14F-4D97-AF65-F5344CB8AC3E}">
        <p14:creationId xmlns:p14="http://schemas.microsoft.com/office/powerpoint/2010/main" val="2525432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C4070-5A1E-46C2-9F99-72D1568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THRESHOLD VÀ COMBINE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9F446-9770-419B-8B65-BC585A99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Kết hợp score biến hai tín hiệu thành một tiêu chí prune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6157-91D3-48A3-9B3C-F0DA0E3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DFFB6-7587-4721-A5E5-2D5AE885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D8333-9AED-4729-85C1-E439C1F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influence, relevance, normalization, α, threshold.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node_score hoặc edge_score và cutoff giữ mass mong muốn.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rank normalization mặc định ổn hơn khi scale score lệch mạnh.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1AD85-D0F0-46CC-83E1-9C55848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B80C7-C9E3-480E-8E98-FC8C253A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FD78-D1EC-4BCC-B993-D5106879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in_norm, rel_norm = normalize_pair(I, R)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geometric = (in_norm + eps)^α * (rel_norm + eps)^(1-α)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arithmetic = α*in_norm + (1-α)*rel_norm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sort scores descending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cutoff = first score where cumulative mass ≥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85C9C-7064-4602-A6B0-8EC99FF7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38442-32BA-4911-99E4-BF0FF4E7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α điều chỉnh ưu tiên output-side hay input-side.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Geometric phạt node yếu ở một trong hai chiều mạnh hơn arithmetic.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Threshold là cutoff theo cumulative score mass, không phải percentile node.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Score edge được flatten để rank-normalize trên cùng một không gian cạnh.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9B029-BFDE-4C39-A72E-E4CAA712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CB90F-A119-48BC-A9C3-DA2EFDAD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score_geo = (Î + eps)^α · (Ř + eps)^(1−α)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keep iff score ≥ cutoff(threshold)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F991B-CD7F-4EF0-A4CD-0C4DE2B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22</a:t>
            </a:r>
          </a:p>
        </p:txBody>
      </p:sp>
    </p:spTree>
    <p:extLst>
      <p:ext uri="{BB962C8B-B14F-4D97-AF65-F5344CB8AC3E}">
        <p14:creationId xmlns:p14="http://schemas.microsoft.com/office/powerpoint/2010/main" val="6380878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881062-E494-4695-880C-C8958CF2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SUMMARIZATION/PRUNE.PY:152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C6FB6-E44F-47FE-B3C5-B7931A0A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combine score và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9291F-6CE2-43E8-8E7C-6F842A7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B96B3-0D3D-4C7E-AED0-3AADE71B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8CA2D-786A-467C-81B5-F9EB340B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find_threshold(scores: torch.Tensor, threshold: float)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"""Choose the score cutoff that retains the requested cumulative score mass."""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sorted_scores = torch.sort(scores, descending=True).values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cumulative_score = torch.cumsum(sorted_scores, dim=0) / torch.sum(sorted_scores)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threshold_index: int = int(torch.searchsorted(cumulative_score, threshold).item())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threshold_index = min(threshold_index, len(cumulative_score) - 1)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sorted_scores[threshold_index]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_normalize_pair(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eps: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tuple[torch.Tensor, torch.Tensor]: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normalization == "min_max":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normalize_scores_min_max(influence, eps), normalize_scores_min_max(relevance, eps)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normalization == "rank":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normalize_scores_rank(influence), normalize_scores_rank(relevance)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raise ValueError(f"Invalid normalization method: {normalization}")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combine_scores_geometric(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torch.Tensor,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68A72-007E-4C63-8772-9316D303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3CDD0-B4C5-4D91-AC9E-AB189B11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23</a:t>
            </a:r>
          </a:p>
        </p:txBody>
      </p:sp>
    </p:spTree>
    <p:extLst>
      <p:ext uri="{BB962C8B-B14F-4D97-AF65-F5344CB8AC3E}">
        <p14:creationId xmlns:p14="http://schemas.microsoft.com/office/powerpoint/2010/main" val="1631424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6D1B9-5218-47EC-8AE8-27C7C573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SUMMARIZATION/PRUNE.PY:176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8E695-2E1E-4985-B141-FBEE00F5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combine score và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AD169-29A6-41E1-8597-13389366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EABD2-B16A-4B70-B84D-17B29B28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93109-9330-4644-8FC3-C48E00B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str = "min_max",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eps: float = 1e-10,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influence_norm, relevance_norm = _normalize_pair(influence, relevance, normalization, eps)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(influence_norm + eps) ** alpha * (relevance_norm + eps) ** (1 - alpha)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combined_scores_arithmetic(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str = "min_max",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eps: float = 1e-10,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influence_norm, relevance_norm = _normalize_pair(influence, relevance, normalization, eps)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influence_norm * alpha + relevance_norm * (1 - alpha)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combined_scores_harmonic(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str = "min_max",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F4AD-4A8E-4E9E-AFD7-F0839FC2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8A167-4844-44B6-810C-2563F79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24</a:t>
            </a:r>
          </a:p>
        </p:txBody>
      </p:sp>
    </p:spTree>
    <p:extLst>
      <p:ext uri="{BB962C8B-B14F-4D97-AF65-F5344CB8AC3E}">
        <p14:creationId xmlns:p14="http://schemas.microsoft.com/office/powerpoint/2010/main" val="10888826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23BD9-BD21-442E-B87E-2EFDE10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SUMMARIZATION/PRUNE.PY:200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6B413-46F6-4F9B-958C-2FF05C64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combine score và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24F66-592B-4676-BD9A-0A74578D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EB66D-7952-4D38-B5C3-11A38A9E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98E69-B268-4FCF-B157-5FC6049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eps: float = 1e-10,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influence_norm, relevance_norm = _normalize_pair(influence, relevance, normalization, eps)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1 / ((1 / (influence_norm + eps) + alpha) + (1 / (relevance_norm + eps) + alpha))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_combine_scores(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method: CombineMethod,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NormalizationMethod,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eps: float = 1e-10,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method == "geometric":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combine_scores_geometric(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influence, relevance, normalization=normalization, alpha=alpha, eps=eps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method == "arithmetic":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combined_scores_arithmetic(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influence, relevance, normalization=normalization, alpha=alpha, eps=eps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method == "harmonic":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D96A56-DB96-4E9C-8756-585A5C3F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EB9DB-584A-4E0B-8838-BEA937F2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25</a:t>
            </a:r>
          </a:p>
        </p:txBody>
      </p:sp>
    </p:spTree>
    <p:extLst>
      <p:ext uri="{BB962C8B-B14F-4D97-AF65-F5344CB8AC3E}">
        <p14:creationId xmlns:p14="http://schemas.microsoft.com/office/powerpoint/2010/main" val="1908870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06053-A528-4A09-8945-AD73D71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SUMMARIZATION/PRUNE.PY:224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F1406-8CC0-4707-946F-651FF12D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combine score và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9D0A7-3E0B-4C28-AA32-D40B8433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1B7C3-21A1-41D5-BFC3-9BB7083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0539-EE59-4527-8C39-A31F579A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combined_scores_harmonic(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influence, relevance, normalization=normalization, alpha=alpha, eps=eps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raise ValueError(f"Invalid combine_method: {method}")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F325C-8919-4555-9D83-930310D3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D8E34-9050-4779-AEAD-8A928E89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26</a:t>
            </a:r>
          </a:p>
        </p:txBody>
      </p:sp>
    </p:spTree>
    <p:extLst>
      <p:ext uri="{BB962C8B-B14F-4D97-AF65-F5344CB8AC3E}">
        <p14:creationId xmlns:p14="http://schemas.microsoft.com/office/powerpoint/2010/main" val="4774347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B61D4-59B3-4694-AC1E-D4404699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PRUNE CLEANUP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C19B9-5940-484A-B99E-56659574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remove_dangling_nodes giữ graph còn có luồng hợp lệ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D217-953D-4B06-95DF-1E95C34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38BC9-37B9-4D85-943C-51A07E12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3D945-281B-412C-98A6-7B690E61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node_mask, edge_mask, require_in, require_out.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node_mask sau fixed point.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Feature cần cả incoming và outgoing; embedding/error cần outgoing; logit cần incoming.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16F9C-40B6-4380-811F-6139243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EDAE7-B9BD-4C8B-B5E2-E04B4AE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16DC2-382D-4E5C-AD85-A000330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old = zeros_like(node_mask)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while node_mask changed: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mask out edges touching removed nodes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require_out nodes need any edge[:, node]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require_in nodes need any edge[node, :]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node_mask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AB446-1229-4066-A183-A739C147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9F8B2-28E4-460B-A1D8-58D9F17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Vì xóa một node có thể làm node khác mất cạnh, vòng lặp chạy đến fixed point.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edge_mask[target, source] nên outgoing của source nằm theo cột.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incoming của target nằm theo hàng.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Bước này giảm các node cô lập sau khi đã threshold score.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82A61-E739-4EED-824E-806CF402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27</a:t>
            </a:r>
          </a:p>
        </p:txBody>
      </p:sp>
    </p:spTree>
    <p:extLst>
      <p:ext uri="{BB962C8B-B14F-4D97-AF65-F5344CB8AC3E}">
        <p14:creationId xmlns:p14="http://schemas.microsoft.com/office/powerpoint/2010/main" val="20966151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24F4B-4FEF-4D2C-B8F6-439D2466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SUMMARIZATION/PRUNE.PY:392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74BAC-B452-4133-870A-26AD108A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remove_dangling_nodes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E3A0A-10B9-47D3-8EA0-D14B3906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3195F-8B99-455D-8963-F2B98BF5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8AA40-E0CE-4F2C-B64C-C3BEF0E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remove_dangling_nodes(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node_mask: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edge_mask: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require_in: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require_out: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"""Iteratively drop kept nodes that no longer have required incident edges.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``node_mask`` has shape (N,) and ``edge_mask`` has shape (N, N).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``require_in`` and ``require_out`` index tensors identify roles whose kept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 must still have at least one incoming or outgoing retained edge.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edge_mask[target, source] — same convention as adj. A node dangles when it loses all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edges in the direction its role requires: sources (embedding/error) need an outgoing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edge, the logit needs an incoming edge, features need both. old starts != node_mask so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the fixed-point loop runs at least once.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old = torch.zeros_like(node_mask)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while not torch.all(node_mask == old):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old[:] = node_mask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edge_mask[~node_mask] = False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edge_mask[:, ~node_mask] = False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require_out.numel() &gt; 0: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node_mask[require_out] &amp;= edge_mask[:, require_out].any(0)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require_in.numel() &gt; 0: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082A7-FBEC-425C-8B0B-81FF004A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CFD9B-D73B-4F1D-8B8C-C26CE11F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28</a:t>
            </a:r>
          </a:p>
        </p:txBody>
      </p:sp>
    </p:spTree>
    <p:extLst>
      <p:ext uri="{BB962C8B-B14F-4D97-AF65-F5344CB8AC3E}">
        <p14:creationId xmlns:p14="http://schemas.microsoft.com/office/powerpoint/2010/main" val="19004360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DCD8D-AF0C-46FF-BEFC-64A1D3E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SUMMARIZATION/PRUNE.PY:416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D3D13-B3FB-4AC1-B3F8-B90004E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remove_dangling_nodes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A3E64-FF9C-4408-85D9-C1082A64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646A9-5143-4E4E-83D1-4A58730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E3DB3-5BF7-4A84-8365-C05CCF78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node_mask[require_in] &amp;= edge_mask[require_in].any(1)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node_mask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ECAD0-ABED-4A2A-82DC-185DA5F7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FC832-C51D-416F-B6C2-FE00E817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29</a:t>
            </a:r>
          </a:p>
        </p:txBody>
      </p:sp>
    </p:spTree>
    <p:extLst>
      <p:ext uri="{BB962C8B-B14F-4D97-AF65-F5344CB8AC3E}">
        <p14:creationId xmlns:p14="http://schemas.microsoft.com/office/powerpoint/2010/main" val="3940844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A6D5A0-60E7-451C-9FA2-EBD7AB53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CA276-8E9D-4D19-9007-A6AEF936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prune_combined là lõi Stage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D7CFA-7978-4725-B7D3-F3F0354B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DB6E9-5D10-48AE-87D0-61C0B6D9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23634-3B4B-4DF9-964A-29C6A02D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adj, nodes, seed policy, node_threshold, edge_threshold, combine_method, normalization, α.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node_mask, edge_mask, node_inf, node_rel, edge_inf, edge_rel.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Hàm không subset graph; nó chỉ tính mask và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39E91-C9BE-4770-B8A2-B0353062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3EF6A-B492-4B98-BDC5-FB6D4B58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F7341-742D-4BE5-9CA3-AC7D02F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validate / build logit seed z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build embedding seed 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node_inf = influence(adj, z)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node_rel = relevance(adj, e)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node_mask = combined score ≥ cutoff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force target logit or all tokens/logits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zero removed nodes, score edges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edge_mask = combined edge score ≥ cutoff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remove dangling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859AA-0567-4729-AE54-AC37836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EC13B-1624-49E0-A892-7D6EA480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logit_weights='target' đặt mass 1 vào target logit, còn 'probs' dùng token_prob.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token_weights None nghĩa là uniform trên embedding nodes.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Node được prune trước edge để edge score chạy trên graph đã thưa.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Target logit luôn được giữ để graph vẫn giải thích đúng prediction.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66F24-70FC-4F75-B003-A8364CA0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F64B3-B89F-4028-98B8-FEF8825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node_score = combine(I, R)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edge_score = combine(Eᴵ, Eᴿ)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B546E-7B81-4D88-8B93-5F100C2F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30</a:t>
            </a:r>
          </a:p>
        </p:txBody>
      </p:sp>
    </p:spTree>
    <p:extLst>
      <p:ext uri="{BB962C8B-B14F-4D97-AF65-F5344CB8AC3E}">
        <p14:creationId xmlns:p14="http://schemas.microsoft.com/office/powerpoint/2010/main" val="6959369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D3738-1FBF-412B-BD77-93EBA22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SUMMARIZATION/PRUNE.PY:495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898A4-F1F1-4A9F-A467-E270009B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prune_combined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A609B-0952-4F2B-B64A-01A9AED5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D56C8-F2BA-42BB-97A0-3336865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60E12-571E-4D5C-AEFC-51F048F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prune_combined(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nodes: list[Node],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LogitWeightMode | None = "target",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token_weights: list[float]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logits_seed: torch.Tensor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emb_weights_seed: torch.Tensor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node_threshold: float = 0.02,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edge_threshold: float = 0.9,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combine_method: CombineMethod = "geometric",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NormalizationMethod = "rank",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keep_all_tokens_and_logits: bool = False,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tuple[torch.Tensor, torch.Tensor, torch.Tensor, torch.Tensor, torch.Tensor, torch.Tensor]: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"""Compute node/edge pruning masks from influence and relevance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Raw attribution adjacency, shape (N, N), with ``adj[target, source]``.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 metadata list of length 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 / logits_seed: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CC6AB-75DE-45F3-935A-E4BBA766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C7FF1-0CD6-4606-BCC3-2017FC2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31</a:t>
            </a:r>
          </a:p>
        </p:txBody>
      </p:sp>
    </p:spTree>
    <p:extLst>
      <p:ext uri="{BB962C8B-B14F-4D97-AF65-F5344CB8AC3E}">
        <p14:creationId xmlns:p14="http://schemas.microsoft.com/office/powerpoint/2010/main" val="3268957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A424E7-337E-4D5B-A655-32E79EE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SUMMARIZATION/PRUNE.PY:518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82D83-FDFB-4376-B066-B8AAACEF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prune_combined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2EB70-E645-41BE-8B02-C76EB039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BFD6-661C-4497-8087-4212774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577BF-C4A3-4EAE-88A5-390452C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Output-side seed mass. If ``logits_seed`` is provided it must have shape (N,).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token_weights / emb_weights_seed: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Input-side seed mass. If ``emb_weights_seed`` is provided it must have shape (N,).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tuple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``node_mask`` shape (N,), ``edge_mask`` shape (N, N), then node influence,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 relevance, edge influence, and edge relevance tensors.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 = adj.shape[0]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idx = _build_index_sets(nodes)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logits_seed is not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logits_seed_t = logits_seed.to(device=adj.device, dtype=torch.float32).reshape(n)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logits_seed_t = torch.zeros(n, device=adj.device, dtype=torch.float32)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logit_weights == "probs":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for i in idx["logit"]: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logits_seed_t[i] = float(nodes[i].token_prob)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not idx["target_logit"]: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raise ValueError("No target logit node found in graph attributes.")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A7067-849A-498C-89A0-7DA5C2C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6C077-6B94-42E8-87F1-927F378B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32</a:t>
            </a:r>
          </a:p>
        </p:txBody>
      </p:sp>
    </p:spTree>
    <p:extLst>
      <p:ext uri="{BB962C8B-B14F-4D97-AF65-F5344CB8AC3E}">
        <p14:creationId xmlns:p14="http://schemas.microsoft.com/office/powerpoint/2010/main" val="2060936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90909-FC1E-4038-9462-6E0E2B41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SUMMARIZATION/PRUNE.PY:541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C4DA8-B5C2-4367-8CA2-E8FB064F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prune_combined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F674B-A6B6-4CC6-8C5C-A619E8E6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D24D2-2AD1-480B-B6A5-D38D8E34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700DF-1119-46BD-80F2-B6A07064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for i in idx["target_logit"]: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logits_seed_t[i] = 1.0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emb_weights_seed is not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emb_weights_t = emb_weights_seed.to(device=adj.device, dtype=torch.float32).reshape(n)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emb_weights_t = torch.zeros(n, device=adj.device, dtype=torch.float32)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emb_idx = idx["embedding"]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token_weights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n_emb = len(emb_idx)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denom = max(n_emb, 1)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for i in emb_idx: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emb_weights_t[i] = 1.0 / denom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len(token_weights) != len(emb_idx):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raise ValueError(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    f"token_weights length ({len(token_weights)}) must equal number of embedding nodes 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        ({len(emb_idx)})"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for k, i in enumerate(emb_idx):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emb_weights_t[i] = float(token_weights[k])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node_inf = compute_node_influence(adj, logits_seed_t)  # (N,), output -&gt; source influence.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5684F-C67E-4666-B66A-F2EF2A0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1EF77-4DF4-4125-8889-A7721643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33</a:t>
            </a:r>
          </a:p>
        </p:txBody>
      </p:sp>
    </p:spTree>
    <p:extLst>
      <p:ext uri="{BB962C8B-B14F-4D97-AF65-F5344CB8AC3E}">
        <p14:creationId xmlns:p14="http://schemas.microsoft.com/office/powerpoint/2010/main" val="13662273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1D9FE-CA37-4CC2-BCBE-8A70CC11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SUMMARIZATION/PRUNE.PY:564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9EB10-7B39-4A6C-85FB-F2D238D7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prune_combined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4FEE4-951A-4F4D-A488-AC71EC7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9E502-FEFC-4592-A4FE-12307C73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52024-7B19-4577-83FD-C10DAF0B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node_rel = compute_node_relevance(adj, emb_weights_t)  # (N,), input -&gt; target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node_score = _combine_scores(combine_method, node_inf, node_rel, normalization, alpha)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node_mask = (node_score &gt;= find_threshold(node_score, node_threshold)).bool()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keep_all_tokens_and_logits: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i in idx["embedding"]: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node_mask[i] = True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i in idx["logit"]: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node_mask[i] = True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i in idx["target_logit"]: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node_mask[i] =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 = adj.clone()  # (N, N), still indexed in the original node space.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pruned[~node_mask]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pruned[:, ~node_mask]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edge_inf = compute_edge_influence(pruned, logits_seed_t)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edge_rel = compute_edge_relevance(pruned, emb_weights_t)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Flatten before combining: rank-normalization needs a single 1D index space across all edges.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edge_score_flat = _combine_scores(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combine_method, edge_inf.flatten(), edge_rel.flatten(), normalization, alpha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E711D-9E29-45AA-ABF1-AEDC576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16B98-4919-4F2F-B4C5-0D4B1705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34</a:t>
            </a:r>
          </a:p>
        </p:txBody>
      </p:sp>
    </p:spTree>
    <p:extLst>
      <p:ext uri="{BB962C8B-B14F-4D97-AF65-F5344CB8AC3E}">
        <p14:creationId xmlns:p14="http://schemas.microsoft.com/office/powerpoint/2010/main" val="15090903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E0FEE-7FCC-48DE-9B5B-9504784F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SUMMARIZATION/PRUNE.PY:587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DE435-3DA8-406C-8F74-A1DE3E3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prune_combined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07E45-9F61-4CB2-9C7C-D05E8EE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5CC43-8067-4704-BA9B-85A9E2A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FD64-E260-44BD-83B7-AA5277CD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edge_score = edge_score_flat.reshape(edge_inf.shape)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edge_mask = (edge_score &gt;= find_threshold(edge_score_flat, edge_threshold)).bool()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require_in: must keep an incoming edge (features + logits); require_out: must keep an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outgoing edge (features + errors + embeddings). Boundary nodes are pruned when dangling.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require_in = torch.tensor(idx["feature"] + idx["logit"], dtype=torch.long, device=adj.device)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require_out = torch.tensor(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idx["feature"] + idx["error"] + idx["embedding"], dtype=torch.long, device=adj.device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node_mask = remove_dangling_nodes(node_mask, edge_mask, require_in, require_out)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node_mask, edge_mask, node_inf, node_rel, edge_inf, edge_rel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269DF-75F7-4361-9B26-17D438DC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A621D-3020-44C6-851E-5F1D9E12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35</a:t>
            </a:r>
          </a:p>
        </p:txBody>
      </p:sp>
    </p:spTree>
    <p:extLst>
      <p:ext uri="{BB962C8B-B14F-4D97-AF65-F5344CB8AC3E}">
        <p14:creationId xmlns:p14="http://schemas.microsoft.com/office/powerpoint/2010/main" val="63274069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35B07-2829-417E-B693-DC0559C8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1 WRAPPER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73727-43B8-4E05-8DFF-1DB7706E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prune_attr_graph tạo PruneGraph compact từ mask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49836-0833-42F5-856C-CD6C8C8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2F582-8571-4406-9250-4844E96B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2413A-8648-48EA-B6BB-69823A70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AttrGraph với nodes và adj[target, source].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PruneGraph đã subset nodes, adj, node score, edge score.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Hàm này là wrapper được pipeline gọi.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5667B-D697-4A9B-8917-311FE45D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12C2F-F9C9-4426-9CE2-388571AC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FD4F1-6092-424D-97AE-25F0AFCE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validate thresholds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copy nodes and adj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validate inputs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call prune_combined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kept_indices = nonzero(node_mask)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subselect adj and scores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zero edges not kept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renumber node_idx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PruneGraph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330E7-30BB-49CA-A900-E05FCF96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48D5C-80B3-46EB-9AA8-050CE12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copy/replace tránh sửa node gốc trong AttrGraph.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kept_edge_mask áp vào pruned_adj và edge score để edge bị bỏ có giá trị 0.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node_idx được đánh lại theo graph compact, cần cho block-sum ở SummaryGraph.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metadata đi nguyên sang PruneGraph để labeling và visualization biết provenance.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B91A5-506B-416F-A886-9D1AD14D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36</a:t>
            </a:r>
          </a:p>
        </p:txBody>
      </p:sp>
    </p:spTree>
    <p:extLst>
      <p:ext uri="{BB962C8B-B14F-4D97-AF65-F5344CB8AC3E}">
        <p14:creationId xmlns:p14="http://schemas.microsoft.com/office/powerpoint/2010/main" val="32622409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56F90-DEAA-4A3A-8D82-00A825DE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SUMMARIZATION/PRUNE.PY:600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ABA9F-DDA0-44CC-BEE1-9AB63CF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prune_attr_graph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E9322-2857-4967-93D4-74A7CA37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DB7F4-5707-42B8-9EC8-CACC08B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E2948A-2672-45A4-ACA7-76C518D0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prune_attr_graph(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attr_graph: AttrGraph,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LogitWeightMode | None = "target",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token_weights: list[float]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logits_seed: torch.Tensor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emb_weights_seed: torch.Tensor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node_threshold: float = 0.02,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edge_threshold: float = 0.9,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combine_method: CombineMethod = "geometric",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NormalizationMethod = "rank",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keep_all_tokens_and_logits: bool = False,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PruneGraph: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"""Prune from a canonical ``AttrGraph`` into a compact ``PruneGraph``.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``attr_graph.adj`` has shape (N, N) and follows ``adj[target, source]``.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This computes full-size node/edge scores, thresholds them, removes dangling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nodes, then subsets all tensors to the kept node set. Neuronpedia-dependent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annotation/activation-density filtering lives in ``filter_act_density`` and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runs as a separate pruning substage.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_validate_threshold("node_threshold", node_threshold)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_validate_threshold("edge_threshold", edge_threshold)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223F1-7063-4E8F-BCAD-32190C69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0DAD8-1236-4344-94D4-0B9FF22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37</a:t>
            </a:r>
          </a:p>
        </p:txBody>
      </p:sp>
    </p:spTree>
    <p:extLst>
      <p:ext uri="{BB962C8B-B14F-4D97-AF65-F5344CB8AC3E}">
        <p14:creationId xmlns:p14="http://schemas.microsoft.com/office/powerpoint/2010/main" val="10517959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D787E4-ABCF-47D3-9C9A-08A6305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SUMMARIZATION/PRUNE.PY:623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70A97-F32F-4267-AEB2-4C8596E4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prune_attr_graph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0A36D-7733-4B20-B8D6-A2F4A79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8E2EF-1992-4BC3-AB6B-E4F68C7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F3D65-8B66-4487-98F8-7D100B30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 = [replace(n) for n in attr_graph.nodes]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 = attr_graph.adj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 = attr_graph.metadata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_validate_inputs(adj, nodes, logit_weights, token_weights, logits_seed, emb_weights_seed)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node_mask, edge_mask, node_inf, node_rel, edge_inf, edge_rel = prune_combined(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logit_weights=logit_weights,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token_weights=token_weights,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logits_seed=logits_seed,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emb_weights_seed=emb_weights_seed,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node_threshold=node_threshold,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edge_threshold=edge_threshold,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combine_method=combine_method,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normalization=normalization,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alpha=alpha,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keep_all_tokens_and_logits=keep_all_tokens_and_logits,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kept_indices = node_mask.nonzero(as_tuple=True)[0]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2CF5F-DFF7-4CA9-9528-126AEA24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2CFED-1BA4-4102-A22F-9FB7CB8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38</a:t>
            </a:r>
          </a:p>
        </p:txBody>
      </p:sp>
    </p:spTree>
    <p:extLst>
      <p:ext uri="{BB962C8B-B14F-4D97-AF65-F5344CB8AC3E}">
        <p14:creationId xmlns:p14="http://schemas.microsoft.com/office/powerpoint/2010/main" val="4770415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57D82-93D3-4AFA-AEBA-CEF626AB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SUMMARIZATION/PRUNE.PY:646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AC34-9453-4A00-9256-D4090593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prune_attr_graph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5BFD-FFB8-4ACD-8E58-F28025A2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E4DB5-9A3A-4DD1-940D-A18B0771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D79B-9398-4045-AEA5-C5A0055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 = adj[kept_indices][:, kept_indices].clone()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kept_edge_mask = edge_mask[kept_indices][:, kept_indices]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pruned_adj[~kept_edge_mask]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kept_node_inf = node_inf[kept_indices]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kept_node_rel = node_rel[kept_indices]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kept_edge_inf = edge_inf[kept_indices][:, kept_indices]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kept_edge_rel = edge_rel[kept_indices][:, kept_indices]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kept_edge_inf[~kept_edge_mask]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kept_edge_rel[~kept_edge_mask] = 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kept_nodes = [replace(nodes[int(j)], node_idx=i) for i, j in enumerate(kept_indices.tolist())]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logger.info(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"Pruned graph: %d nodes, %d edges", len(kept_nodes), int((pruned_adj != 0).sum().item())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PruneGraph(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kept_nodes,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pruned_adj,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metadata,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kept_node_inf,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kept_node_rel,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kept_edge_inf,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0BC8-0BEB-4972-826B-734F3C4B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DD0B0-18E2-41DF-92A9-9BEB4418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39</a:t>
            </a:r>
          </a:p>
        </p:txBody>
      </p:sp>
    </p:spTree>
    <p:extLst>
      <p:ext uri="{BB962C8B-B14F-4D97-AF65-F5344CB8AC3E}">
        <p14:creationId xmlns:p14="http://schemas.microsoft.com/office/powerpoint/2010/main" val="9227225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456D15-BD12-49C9-A077-81E79241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SUMMARIZATION/PRUNE.PY:669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55F68-F520-46F9-AFE7-E11B6AF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prune_attr_graph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9D56C-ECD2-4683-A52D-15E9CB94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24C6F-61B7-42E4-90CA-5CF2133B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BDCDD-F158-4466-B88B-09D84D8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kept_edge_rel,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560EC-FA24-47B6-97CE-2D2CB89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9D593-F9CF-42CC-AFEB-AEE4AD21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40</a:t>
            </a:r>
          </a:p>
        </p:txBody>
      </p:sp>
    </p:spTree>
    <p:extLst>
      <p:ext uri="{BB962C8B-B14F-4D97-AF65-F5344CB8AC3E}">
        <p14:creationId xmlns:p14="http://schemas.microsoft.com/office/powerpoint/2010/main" val="15017080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FE469-B49E-41E0-871D-D4F7917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SUMMARIZATION/PRUNE.PY:740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832D-DAB9-4700-A950-42344ACC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entrypoint prune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C8145-E836-4E4E-98BF-D8DBA967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DAF55-0E70-4D63-A1A2-D22BF06C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E1871-4DE9-4BD5-B9B1-59DE84E2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prune(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graph: 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logit_weights: LogitWeightMode = "target",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token_weights: list[float]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node_threshold: float = 0.02,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edge_threshold: float = 0.9,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combine_method: CombineMethod = "geometric",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normalization: NormalizationMethod = "rank",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alpha: float = 0.5,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keep_all_tokens_and_logits: bool = False,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PruneGraph: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"""Stage 1: prune a ``circuit_tracer.Graph`` directly to a ``PruneGraph``."""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attr_graph = AttrGraph.from_graph(graph)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prune_attr_graph(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attr_graph,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logit_weights=logit_weights,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token_weights=token_weights,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node_threshold=node_threshold,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edge_threshold=edge_threshold,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combine_method=combine_method,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normalization=normalization,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alpha=alpha,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keep_all_tokens_and_logits=keep_all_tokens_and_logits,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76BD6-EB90-4FDA-87CC-2DD93E8E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3E02C-EC64-4597-878C-719E46B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41</a:t>
            </a:r>
          </a:p>
        </p:txBody>
      </p:sp>
    </p:spTree>
    <p:extLst>
      <p:ext uri="{BB962C8B-B14F-4D97-AF65-F5344CB8AC3E}">
        <p14:creationId xmlns:p14="http://schemas.microsoft.com/office/powerpoint/2010/main" val="9544878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D8CB80-BA80-4AE8-80CC-8B1A80E5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7B639-22E1-46AA-92B8-A8CADDD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Role vector φ mô tả vai trò của từng node để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E7E4E-769D-4941-A707-01201BD9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2F2BC-D09F-4F92-91BE-7A73DCC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BBD08-24C3-48A5-9B83-D45B799A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PruneGraph có pruned_adj, node_influence, node_relevance.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φ ∈ ℝᴺˣ²ᴺ, mỗi hàng là role vector của một node.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Vector nối hai nửa: outgoing-role và incoming-role.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3AC0C-10DC-4A63-A3DD-D8BF3BD5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CD8C3-DA1B-4701-B40B-4C7C7060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18D5D-D850-4689-97C1-187E3F01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adj = pruned_adj.float()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influence = prepared node_influence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relevance = prepared node_relevance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sqrt_I = sqrt(influence)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sqrt_R = sqrt(relevance)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v_out = adj.T * sqrt_I[None, :]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v_in = adj * sqrt_R[None, :]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φ = concat(v_out, v_in)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1B133-3861-4379-9240-1FB1694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C5620-8106-478D-B16D-E97C393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adj.T biến source thành hàng để outgoing pattern dễ so sánh.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sqrt weight làm score điều chỉnh pattern nhưng không áp đảo tuyến tính quá mạnh.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v_in giữ pattern nguồn đi vào target node.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Cosine(φᵢ, φⱼ) là độ giống vai trò giữa hai middle nodes.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20907-B500-4200-9DAF-9E57DDC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370F4-5EAB-4512-B3F5-1913572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φᵢ = [v_outᵢ ; v_inᵢ]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sim(i,j) = cos(φᵢ, φⱼ)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64280-6721-4CE5-B408-8DDECD1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42</a:t>
            </a:r>
          </a:p>
        </p:txBody>
      </p:sp>
    </p:spTree>
    <p:extLst>
      <p:ext uri="{BB962C8B-B14F-4D97-AF65-F5344CB8AC3E}">
        <p14:creationId xmlns:p14="http://schemas.microsoft.com/office/powerpoint/2010/main" val="19611828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3DA85-EFE4-4EAE-A504-AB282C5F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SUMMARIZATION/CLUSTER.PY:93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44B15-F4EE-4E26-9D4A-1E2BE95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compute_phi_vectors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D8922-ED94-4F96-8B4B-6E1A03E2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FEC63-005E-4C00-8982-77B7BFD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79B3F-40A1-4F7A-96A9-2D60865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compute_phi_vectors(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prune_graph: PruneGraph,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normalize_weights: bool = False,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torch.Tensor: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"""Role vectors rᵢ = [v_out; v_in] used by ILP clustering.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Shape: (N, 2N). ``pruned_adj[target, source]`` is the adjacency convention.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N = pruned nodes. phi has shape (N, 2N): [outgoing-role | incoming-role].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 = prune_graph.pruned_adj.float()  # (N, N), adj[target, source].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n_nodes = adj.shape[0]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device = adj.device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 = _prepare_node_weights(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prune_graph.node_influence,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n_nodes,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device,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normalize=normalize_weights,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 = _prepare_node_weights(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prune_graph.node_relevance,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n_nodes,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device,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normalize=normalize_weights,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381A2-3F01-4FAB-90DB-5D13E2C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0D321-5EDF-4817-AC93-F8989B68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43</a:t>
            </a:r>
          </a:p>
        </p:txBody>
      </p:sp>
    </p:spTree>
    <p:extLst>
      <p:ext uri="{BB962C8B-B14F-4D97-AF65-F5344CB8AC3E}">
        <p14:creationId xmlns:p14="http://schemas.microsoft.com/office/powerpoint/2010/main" val="4298124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83EDE5-A46F-47BA-9D35-48D33CE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SUMMARIZATION/CLUSTER.PY:117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00A1E-BFBB-4F90-B533-7B69D5D1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compute_phi_vectors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73DC-8DF5-4303-BF84-62134C8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AF6C7-0A12-4580-8619-204AC68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B54A7-961F-40B0-A0D0-890F074B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sqrt_influence = influence.clamp(min=0.0).sqrt()  # (N,)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sqrt_relevance = relevance.clamp(min=0.0).sqrt()  # (N,)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v_out = adj.T * sqrt_influence.unsqueeze(0)  # (N, N): source rows -&gt; target cols.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v_in = adj * sqrt_relevance.unsqueeze(0)  # (N, N): target rows -&gt; source cols.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torch.cat([v_out, v_in], dim=1)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2DA9-F26E-4AEE-98AC-16F488D2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1391-AEB0-4E32-B96E-8F6C5F2D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44</a:t>
            </a:r>
          </a:p>
        </p:txBody>
      </p:sp>
    </p:spTree>
    <p:extLst>
      <p:ext uri="{BB962C8B-B14F-4D97-AF65-F5344CB8AC3E}">
        <p14:creationId xmlns:p14="http://schemas.microsoft.com/office/powerpoint/2010/main" val="18101030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C1A37-8D59-4D60-BC5B-36C78CEA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A27F6-2994-4CBF-8200-018AB8D4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ILP clustering giải bài toán gom node thành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012CE-53E8-43AA-842C-4D1FC414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BA12E-02EF-4B8B-B753-B50CC845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3D409-DF24-4EA1-A94C-E78E90C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middle nodes, cosine role-vector, layer span, θ, eps_causal, max_sn.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list cluster member ids; embedding/logit vẫn singleton.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Bài toán chỉ merge middle nodes, không merge anchor nodes.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D1B54-48CB-4449-AD93-C23B491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C5E36-843B-4979-A1EA-1B149708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9736F-36D9-4E1F-B39B-0A97584F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mid_idx = non-fixed nodes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φ = compute_phi_vectors(prune_graph)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cos = pairwise_cosine(φ[mid_idx])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pairs = allowed pairs by layer span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θ = fixed value or percentile p65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build xᵢⱼ binary variables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build optional representative variables rᵢ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minimize Σ xᵢⱼ(θ - cosᵢⱼ)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subject to transitivity, K ≤ max_sn, C_causal ≤ eps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recover connected components from 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C04CE-CC58-4593-8E2A-5187F04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E7114-676A-4B19-B7AF-797FF1F7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Nếu cos &gt; θ thì coefficient âm, merge được thưởng.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Nếu cos &lt; θ thì coefficient dương, merge bị phạt.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Transitivity làm quan hệ same-cluster nhất quán.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C_causal chặn merge làm giấu quá nhiều edge mass nội bộ.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Acyclicity không xử lý ở đây; π xử lý ở summarize.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49F5F-3312-4B59-945F-D9AA7CD8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76B85-6317-4DFE-8D62-788C202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min Σᵢ&lt;ⱼ xᵢⱼ(θ − cos(φᵢ, φⱼ))</a:t>
            </a:r>
          </a:p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C_causal ≤ ε,  K ≤ max_sn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A2845-84DC-4C91-A3B4-44A26BC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45</a:t>
            </a:r>
          </a:p>
        </p:txBody>
      </p:sp>
    </p:spTree>
    <p:extLst>
      <p:ext uri="{BB962C8B-B14F-4D97-AF65-F5344CB8AC3E}">
        <p14:creationId xmlns:p14="http://schemas.microsoft.com/office/powerpoint/2010/main" val="11726403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558A9E-CFDA-417A-8CD5-1D0420A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SUMMARIZATION/CLUSTER.PY:541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54D0-28F4-47CF-AC38-0DB58C4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05E86-C21D-43BA-82CF-053CDBBB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8C0B9-3FD6-4D1A-8F29-1162E0A1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CA13D-09BE-4BC0-9DE2-566B0F00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cluster_graph_ilp(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prune_graph: PruneGraph,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*,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theta: float | str = DEFAULT_THETA,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eps_causal: float | None = DEFAULT_EPS_CAUSAL,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max_sn: int | None = DEFAULT_MAX_SN,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max_layer_span: int = DEFAULT_MAX_LAYER_SPAN,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normalize_weights: bool = DEFAULT_NORMALIZE_WEIGHTS,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time_limit: float = DEFAULT_TIME_LIMIT,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list[list[str]]: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"""Cluster a pruned graph by exactly minimising the Stage-2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This is the Stage-2 solver of the methodology. It minimises atomicity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(signed-cosine correlation clustering, Eq. Latom) and treats causal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preservation as an optional epsilon constraint: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min_f  L_atom(f)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= sum_{i&lt;j} x_ij (theta - cos(r_i, r_j))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s.t.   C_causal(f) &lt;= eps_causal                         (D3, optional)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K &lt;= max_sn                                       (C2, optional)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with ``x_ij = 1`` iff middle features ``i, j`` share a supernode, ``|W_ij|``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 edge mass between them (both directions), and ``W_total`` the total pruned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B2904-9969-46B9-9C84-01AE1111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2110-CD93-440A-8E1D-32486DC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46</a:t>
            </a:r>
          </a:p>
        </p:txBody>
      </p:sp>
    </p:spTree>
    <p:extLst>
      <p:ext uri="{BB962C8B-B14F-4D97-AF65-F5344CB8AC3E}">
        <p14:creationId xmlns:p14="http://schemas.microsoft.com/office/powerpoint/2010/main" val="16192295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A923AF-5BD7-404A-BAB4-34499D7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SUMMARIZATION/CLUSTER.PY:564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C370D-30C0-41F5-9D10-39E29C5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51A37-F9D1-4D20-8391-C561AE45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06046-C096-4E8A-8242-8ADAEDD4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14E17-C2CC-4DC0-A805-BFEDA40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edge mass (the constant causal denominator). The atomicity term is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symmetric over/under-merge penalty: a similar pair (``cos &gt; theta``)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carries a negative coefficient (merging rewarded), a dissimilar/antagonistic pair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 positive one. Acyclicity (C1) is deferred to Stage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Parameters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theta: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Resolution threshold in ``[-1, 1]`` on the signed cosine. ``theta = 0``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makes the cosine sign itself the merge boundary. The default is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adaptive percentile spec ``"p65"``: theta is the 65th percentile of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allowed-pair cosine distribution of *this* graph, so the boundary tracks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each graph's similarity scale instead of a fixed global value.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eps_causal: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Optional hard budget on ``C_causal`` in ``[0, 1]``. When set, the ILP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minimises atomicity subject to hiding at most this fraction of retained edge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mass inside feature supernodes. Default ``0.05``.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max_sn: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Complexity budget (C2): a hard cap ``K &lt;= max_sn`` on the number of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feature supernodes. Default ``20``. ``None`` leaves K endogenous (driven by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``theta``).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max_layer_span: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Tractability prior: forbid merging two features more than this many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1EF58-80C8-4DCE-B95A-CCC94985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94B2-3B00-4580-A41B-658DB2F2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47</a:t>
            </a:r>
          </a:p>
        </p:txBody>
      </p:sp>
    </p:spTree>
    <p:extLst>
      <p:ext uri="{BB962C8B-B14F-4D97-AF65-F5344CB8AC3E}">
        <p14:creationId xmlns:p14="http://schemas.microsoft.com/office/powerpoint/2010/main" val="69830991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1662C4-6AD4-4A8F-A801-0B65748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SUMMARIZATION/CLUSTER.PY:587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5C57-79A8-4A7B-8EBC-C1F11AA2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855A9-DE92-4DE4-9341-1B538FF2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71237-7720-4375-B290-1F99132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B33AA-EB3A-4750-816B-88B8782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layers apart. The methodology imposes no such constraint; raise it to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relax. Combined with transitivity this bounds every cluster's layer span.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 ``7``.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normalize_weights: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True, min-max normalise the per-node influence/relevance weights before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they scale the role vectors (forwarded to ``compute_phi_vectors``). Default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False (raw weights).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 raw member-id clusters: feature clusters plus embedding/logit singletons.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_validate_args(eps_causal, max_sn)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kept_ids = prune_graph.node_ids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nodes_by_id = _nodes_by_id(prune_graph)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not kept_ids: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M middle nodes are eligible for ILP merging; embeddings/logits stay singleton anchors.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mid_idx = [i for i, nid in enumerate(kept_ids) if not node_is_fixed(nodes_by_id[nid])]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middle_ids = [kept_ids[i] for i in mid_idx]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emb_singletons, logit_singletons = _fixed_singletons(kept_ids, nodes_by_id)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not middle_ids: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5DDEE-1B20-4D7A-A988-C5122D39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55461-8CDE-4DC0-B2EF-DE20790D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48</a:t>
            </a:r>
          </a:p>
        </p:txBody>
      </p:sp>
    </p:spTree>
    <p:extLst>
      <p:ext uri="{BB962C8B-B14F-4D97-AF65-F5344CB8AC3E}">
        <p14:creationId xmlns:p14="http://schemas.microsoft.com/office/powerpoint/2010/main" val="15740872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EBAAB-D252-4E84-B3F6-71B268F3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SUMMARIZATION/CLUSTER.PY:610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0DCE2-F642-4A8D-A27D-708E63B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4BE57-05CC-4D49-9F80-B7847D67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91EB0-14C4-4E81-92FF-07E2C926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8B2FF-5C15-4DA5-8356-25D8B9DD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emb_singletons + logit_singletons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len(middle_ids) == 1: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[[middle_ids[0]]] + emb_singletons + logit_singletons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 = len(middle_ids)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phi = 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compute_phi_vectors(prune_graph, normalize_weights=normalize_weights).detach().cpu().numpy()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  # (N, 2N)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cos = _cosine_similarity(phi[mid_idx])  # (n, n) signed cosine in [-1, 1]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layers = np.array([layer_index_from_node(nodes_by_id[nid]) for nid in middle_ids])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Disallowed pairs are structurally x_ij = 0 (cannot share a supernode).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pairs = _allowed_pairs(layers, max_layer_span)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col_x = {pair: k for k, pair in enumerate(pairs)}  # local pair -&gt; MILP column.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n_var_x = len(pairs)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n_var_x == 0 and max_sn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[[node_id] for node_id in middle_ids] + emb_singletons + logit_singletons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theta_val = _resolve_theta(theta, cos, pairs)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Representative variables r_i (i is the lowest-index member of its cluster) are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only needed to count K for the complexity budget; skip them when max_sn is None.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81E86-AE5E-4501-95C7-3F071ACC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5EA97-2BE3-4B6D-9E1C-F94514A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49</a:t>
            </a:r>
          </a:p>
        </p:txBody>
      </p:sp>
    </p:spTree>
    <p:extLst>
      <p:ext uri="{BB962C8B-B14F-4D97-AF65-F5344CB8AC3E}">
        <p14:creationId xmlns:p14="http://schemas.microsoft.com/office/powerpoint/2010/main" val="156706977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AC32CB-7DCD-4B54-AF97-EE7210A3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SUMMARIZATION/CLUSTER.PY:633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889A8-0810-4F04-B800-1178F6A7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6D5D7-1B02-4FAD-AE26-D2545CB0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2510C-4E4B-4F0F-8D56-F4D75A60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336C6-C785-419D-A35E-AFFB5F6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use_reps = max_sn is not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col_r = {i: n_var_x + i for i in range(n)} if use_reps else {}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n_var_r = n if use_reps else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n_var = n_var_x + n_var_r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_check_problem_size(n, n_var_x, n_var_r, max_layer_span)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causal_coeff, w_total = _causal_coefficients(prune_graph, mid_idx, col_x)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 = _objective(n_var=n_var, col_x=col_x, cos=cos, theta_val=theta_val)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constraints = _build_constraints(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n=n,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n_var=n_var,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pairs=pairs,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col_x=col_x,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col_r=col_r,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max_sn=max_sn,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eps_causal=eps_causal,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causal_coeff=causal_coeff,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has_causal_mass=w_total &gt; 0.0,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max_layer_span=max_layer_span,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solution = _solve_ilp(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c=c,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738FC-2E60-4083-A153-B7D1B6A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110ED-0FB0-4E04-B000-ECCC9F9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50</a:t>
            </a:r>
          </a:p>
        </p:txBody>
      </p:sp>
    </p:spTree>
    <p:extLst>
      <p:ext uri="{BB962C8B-B14F-4D97-AF65-F5344CB8AC3E}">
        <p14:creationId xmlns:p14="http://schemas.microsoft.com/office/powerpoint/2010/main" val="3367322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AF41E-D53E-4331-A9FF-A61DE8D2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SUMMARIZATION/CLUSTER.PY:656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EDD8C-278A-49F9-AF4F-51125DFA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cluster_graph_ilp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3A919-F470-43B8-A92F-43D85CC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E321F-BA99-4E6E-95BE-A318DEF8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BDF8D-4CA3-450E-AADC-D9F351CA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constraints=constraints,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time_limit=time_limit,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n_middle=n,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max_sn=max_sn,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max_layer_span=max_layer_span,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eps_causal=eps_causal,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middle_clusters = _recover_clusters(middle_ids, col_x, solution[:n_var_x])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middle_clusters + emb_singletons + logit_singletons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A532F-252D-4EC8-8C21-565DD6D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99EFD-ECCF-4753-9926-187E0EA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51</a:t>
            </a:r>
          </a:p>
        </p:txBody>
      </p:sp>
    </p:spTree>
    <p:extLst>
      <p:ext uri="{BB962C8B-B14F-4D97-AF65-F5344CB8AC3E}">
        <p14:creationId xmlns:p14="http://schemas.microsoft.com/office/powerpoint/2010/main" val="20435703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D39F7-F273-41F6-BD40-FEEC9FA2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2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CCDB1-9448-4F76-9193-2F433BFA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clusters_to_supernodes đổi cluster thô thành object typed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A983E-3D8D-4670-BA35-D3389774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A7F9E-6F07-4708-848D-5647CB72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5C243-E92A-462B-8AC1-6FCB11EA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list[list[node_id]] từ ILP và PruneGraph.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list Supernode có type, layer_min, layer_max, features.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Middle nodes được sort theo layer để tên SN_0, SN_1 ổn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DD045-DB11-49D4-82DC-1B32623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58984-DDC7-4B9F-B5CB-B3CC372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A6EF5-C8C4-4478-A254-AEA50D8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split clusters into middle / emb / logit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sort middle by minimum layer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build id_to_idx mapping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middle: Supernode(name='SN_i')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emb: Supernode(name='SN_EMB_i')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logit: Supernode(name='SN_LOGIT_i')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middle first, then anchors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073F3-CD47-4275-AC63-03B99414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77027-E7AB-49E6-B41D-D6B4E5AD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Embedding/logit anchors vẫn là supernode để SummaryGraph có nguồn và đích rõ.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node_from_prune_graph gắn influence/relevance scalar vào Node.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layer_min/layer_max giúp đọc vị trí computation trong graph.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Tên ở đây là tên kỹ thuật; labeling sẽ thay tên feature supernodes sau.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A4DE0-E833-4FEA-817A-38C40316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52</a:t>
            </a:r>
          </a:p>
        </p:txBody>
      </p:sp>
    </p:spTree>
    <p:extLst>
      <p:ext uri="{BB962C8B-B14F-4D97-AF65-F5344CB8AC3E}">
        <p14:creationId xmlns:p14="http://schemas.microsoft.com/office/powerpoint/2010/main" val="146898757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B57107-5C7F-43BC-8B95-AA86875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SUMMARIZATION/CLUSTER.PY:194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ED16E-DE8A-4492-B603-8E6FDBF4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clusters_to_supernodes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4EF99-E186-4DDB-B49A-D0826EA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8E668-2166-47CC-8A7F-1FDE398B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9BF06-49D3-4F38-923D-19F7C867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clusters_to_supernodes(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prune_graph: PruneGraph,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list[list[str]],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middle_prefix: str = "SN",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*,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enforce_dag: bool = True,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list[Supernode]: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"""Convert member-id clusters into typed ``Supernode`` rows."""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del enforce_dag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nodes_by_id = _nodes_by_id(prune_graph)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middle: list[list[str]]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emb: list[list[str]]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logit: list[list[str]]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 in supernodes: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not sn: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continue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first = sn[0]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kind = _classify_node(first, nodes_by_id)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kind == "emb":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emb.append(sn)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elif kind == "logit":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logit.append(sn)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else: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9F6EE-D038-4731-A1A7-77C43CCE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24632-ABED-4F98-9A7D-708C14E6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53</a:t>
            </a:r>
          </a:p>
        </p:txBody>
      </p:sp>
    </p:spTree>
    <p:extLst>
      <p:ext uri="{BB962C8B-B14F-4D97-AF65-F5344CB8AC3E}">
        <p14:creationId xmlns:p14="http://schemas.microsoft.com/office/powerpoint/2010/main" val="32212724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8893EA-946D-4757-B82B-9F3E7EBB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SUMMARIZATION/CLUSTER.PY:218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AEB7E-E079-4BE9-8424-AA87128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clusters_to_supernodes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7E8A2-DF06-4E2C-BC2B-B3A1181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73756-96F0-4298-82AA-373BA553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AD879-258D-4618-AD7D-C3E4CBA3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middle.append(sn)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middle = _sort_clusters_by_layer(middle, nodes_by_id)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out: list[Supernode]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id_to_idx = {n.node_id: i for i, n in enumerate(prune_graph.nodes)}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i, sn in enumerate(middle):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kind = _classify_node(sn[0], nodes_by_id)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out.append(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_supernode_from_member_ids(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f"{middle_prefix}_{i}",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list(sn),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kind,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id_to_idx=id_to_idx,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emb_logit: list[Supernode]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i, sn in enumerate(emb):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kind = _classify_node(sn[0], nodes_by_id)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emb_logit.append(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_supernode_from_member_ids(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f"SN_EMB_{i}",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list(sn),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41E25-B7D1-4678-AC89-821368FA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A69CA-A480-47F7-B7CB-A2FBAC30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54</a:t>
            </a:r>
          </a:p>
        </p:txBody>
      </p:sp>
    </p:spTree>
    <p:extLst>
      <p:ext uri="{BB962C8B-B14F-4D97-AF65-F5344CB8AC3E}">
        <p14:creationId xmlns:p14="http://schemas.microsoft.com/office/powerpoint/2010/main" val="2651152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7BF3C-30E7-4DBE-B318-7B8B611A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SUMMARIZATION/CLUSTER.PY:242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C4CC8-E6B4-4D16-975A-2E1CAF3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clusters_to_supernodes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A0CC0-F6A2-4068-912A-3D4EF2A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60A80-67E2-4890-B6A6-F508768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30312-954B-4C90-99A8-EFBBB1C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kind,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id_to_idx=id_to_idx,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i, sn in enumerate(logit):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kind = _classify_node(sn[0], nodes_by_id)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emb_logit.append(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_supernode_from_member_ids(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f"SN_LOGIT_{i}",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list(sn),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kind,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id_to_idx=id_to_idx,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out + emb_logit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35981-AD62-4E85-BB7E-BE39C290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2DC42-19CF-460A-84E3-5FF58E94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55</a:t>
            </a:r>
          </a:p>
        </p:txBody>
      </p:sp>
    </p:spTree>
    <p:extLst>
      <p:ext uri="{BB962C8B-B14F-4D97-AF65-F5344CB8AC3E}">
        <p14:creationId xmlns:p14="http://schemas.microsoft.com/office/powerpoint/2010/main" val="202345210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7A4D8A-2FE7-40A5-A751-C0C0627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SUMMARIZATION/CLUSTER.PY:668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B66F3-509F-474D-9DB0-0FAE5072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entrypoint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8C4B8-C5CD-4CAC-B76A-C90EECC6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BA462-2DFE-4BBF-B481-17EF9C6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4B7F0-CBE3-4786-957F-F8262037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cluster(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prune_graph: PruneGraph,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*,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method: Literal["ilp"] = "ilp",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theta: float | str = DEFAULT_THETA,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eps_causal: float | None = DEFAULT_EPS_CAUSAL,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max_sn: int | None = DEFAULT_MAX_SN,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max_layer_span: int = DEFAULT_MAX_LAYER_SPAN,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normalize_weights: bool = DEFAULT_NORMALIZE_WEIGHTS,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time_limit: float = DEFAULT_TIME_LIMIT,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ilp_time_limit: float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list[Supernode]: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"""Stage 2: cluster a ``PruneGraph`` into typed ``Supernode``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``summarization.cluster`` is the canonical ILP clustering stage. Legacy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spectral/agglomerative baselines live in ``eval.legacy_cluster_baselines``.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method != "ilp":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raise ValueError(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"summarization.cluster only supports method='ilp'. 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"Use eval.legacy_cluster_baselines for spectral/agglomerative baselines."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clusters = cluster_graph_ilp(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prune_graph,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A7719-4701-461E-8D3F-9A1FEE4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6AAA9-8277-4BE8-A3F0-A7EAEF4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56</a:t>
            </a:r>
          </a:p>
        </p:txBody>
      </p:sp>
    </p:spTree>
    <p:extLst>
      <p:ext uri="{BB962C8B-B14F-4D97-AF65-F5344CB8AC3E}">
        <p14:creationId xmlns:p14="http://schemas.microsoft.com/office/powerpoint/2010/main" val="29130311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D9EF2-C1B5-4973-B1A2-401D9A3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SUMMARIZATION/CLUSTER.PY:692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4E607-D612-4942-8F0A-8468DBC3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entrypoint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E5EC9-0A60-49AC-90F2-F5DC57F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5F343-714F-473D-8592-FE3E1295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7EAD7-93C5-481C-8DDA-CE87375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theta=theta,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eps_causal=eps_causal,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max_sn=max_sn,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max_layer_span=max_layer_span,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normalize_weights=normalize_weights,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time_limit=ilp_time_limit if ilp_time_limit is not None else time_limit,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clusters_to_supernodes(prune_graph, clusters)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338D6-8E2B-429F-B986-D4FB7B37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EF77-5A54-4DFF-8185-B0CE6D2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57</a:t>
            </a:r>
          </a:p>
        </p:txBody>
      </p:sp>
    </p:spTree>
    <p:extLst>
      <p:ext uri="{BB962C8B-B14F-4D97-AF65-F5344CB8AC3E}">
        <p14:creationId xmlns:p14="http://schemas.microsoft.com/office/powerpoint/2010/main" val="142010277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4ACE9-ED99-4281-8EF1-7884A2C5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30C2C-A280-4797-859A-D643BF7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Node và Supernode là view dùng cho summary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8BC6A-00F2-40B4-AAFB-E2D4A598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C652-40F2-4DE3-BEA3-91436D66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63C9F-31D9-4BCC-880F-FD522A5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Node metadata từ PruneGraph và cluster membership.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Supernode chứa list Node + type + role/name/description.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Role/name/description ban đầu rỗng hoặc kỹ thuật, sau labeling mới thành semantic.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89410-A17F-4DCF-9131-94B26261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C391E-802E-4D17-BD3A-1339EF59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A600A-C20A-4620-B090-0A36AEB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 giữ id, index, feature, layer, position, type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node_from_prune_graph copies base node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attach influence/relevance if score tensors exist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Supernode stores name, features, type, layer span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member_node_ids returns original node 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B35C1-67B6-4A82-8DA1-8689CA8B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94DD6-F8D3-4A8F-A0EF-5DBBD462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node_idx cực kỳ quan trọng: nó là index trong pruned_adj compact.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clerp giữ evidence text cho embedding/logit hoặc feature dashboard.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Supernode.type là structural type: emb/features/logit.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Supernode.role là LLM role: Input/Abstract/Output/Trash.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D19FC-1688-4960-A341-5BFA5A0F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58</a:t>
            </a:r>
          </a:p>
        </p:txBody>
      </p:sp>
    </p:spTree>
    <p:extLst>
      <p:ext uri="{BB962C8B-B14F-4D97-AF65-F5344CB8AC3E}">
        <p14:creationId xmlns:p14="http://schemas.microsoft.com/office/powerpoint/2010/main" val="29614173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E1535-BFB7-40E1-BC7D-7A17897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8484-CE19-4E95-B7BD-663B81DA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3CB1E-67D8-4079-B2EF-BE94F5A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7AE51-B73C-4D6A-9E75-0E3B3E55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55501-1A2C-4FD8-B1DA-998D9208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SupernodeType = Literal["emb", "feature", "features", "logit"]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cluster_kind_to_supernode_type(kind: str) -&gt; SupernodeType: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"""Map raw cluster role strings to ``Supernode.type``."""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kind == "emb":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"emb"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kind == "logit":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"logit"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"features"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@dataclass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Node: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"""Summarization-node view aligned with frontend node fields + relevance."""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node_id: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node_idx: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ctx_idx: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feature_type: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token_prob: float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is_target_logit: bool = False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DDA60-EC91-424B-AD9A-1E11FF9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C7AC3-9C68-4DBB-ADA5-4E3BAAE2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59</a:t>
            </a:r>
          </a:p>
        </p:txBody>
      </p:sp>
    </p:spTree>
    <p:extLst>
      <p:ext uri="{BB962C8B-B14F-4D97-AF65-F5344CB8AC3E}">
        <p14:creationId xmlns:p14="http://schemas.microsoft.com/office/powerpoint/2010/main" val="53582046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4D7C6-9AB5-4E7B-BF06-81F7162B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6A677-B2BC-4C98-A131-80F0D76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68610-4A7B-4BAB-B443-9FC913E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C6C04-D0CD-40E9-ADCA-57E8CD91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456F3-58E1-47F6-A5E0-2D7DDF8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run_idx: int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reverse_ctx_idx: int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jsNodeId: str = 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clerp: str = 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influence: float | None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activation: float | None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relevance: float | None = 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set_clerp(self, clerp: str)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self.clerp = clerp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set_node_idx(self, node_idx: int)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self.node_idx = node_idx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_tensor_value_at(values: Any, idx: int) -&gt; float |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values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try: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raw = values[idx]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except (IndexError, TypeError, KeyError):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hasattr(raw, "detach"):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raw = raw.detach().cpu().item()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0D0D2-8DE4-454F-A8BF-8C3ADAFA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46E28-C5CD-45FC-9EAA-09BD4EC0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60</a:t>
            </a:r>
          </a:p>
        </p:txBody>
      </p:sp>
    </p:spTree>
    <p:extLst>
      <p:ext uri="{BB962C8B-B14F-4D97-AF65-F5344CB8AC3E}">
        <p14:creationId xmlns:p14="http://schemas.microsoft.com/office/powerpoint/2010/main" val="135274361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7D137-9AAB-42EF-A07B-A580E602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SUMMARIZATION/SUMMARIZE.PY:62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0CFB8-DD05-4274-BE5E-51ACC04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85130-F5A2-4199-87B4-E4F85B3E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D5CE5-3CA6-42D3-B057-301ABEA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D41FD-479E-4E20-96EE-88445E93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float(raw)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node_from_prune_graph(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prune_graph: "PruneGraph",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node_id: 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id_to_idx: dict[str, int]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Node: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"""Build a typed summarization node from ``PruneGraph.nodes`` plus score tensors.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``prune_graph`` has N nodes and optional influence/relevance tensors of 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(N,). The returned ``Node`` preserves graph metadata and attaches scalar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influence/relevance values when they are available.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nodes: list[Node] = prune_graph.nodes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lookup = {n.node_id: n for n in nodes}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base = lookup.get(node_id)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base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raise KeyError(f"unknown node_id for PruneGraph: {node_id!r}")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id_to_idx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id_to_idx = {n.node_id: i for i, n in enumerate(nodes)}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idx = id_to_idx[node_id]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A9EB4-C12F-4C3F-9CCA-3C26363D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8758A-4A91-46C9-825D-D72B8329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61</a:t>
            </a:r>
          </a:p>
        </p:txBody>
      </p:sp>
    </p:spTree>
    <p:extLst>
      <p:ext uri="{BB962C8B-B14F-4D97-AF65-F5344CB8AC3E}">
        <p14:creationId xmlns:p14="http://schemas.microsoft.com/office/powerpoint/2010/main" val="1671159640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7821C-C8EB-4185-AFCB-85E1DB2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SUMMARIZATION/SUMMARIZE.PY:86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2B53D-A1BF-4176-A033-D8D5116B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57CC2-1104-4940-9904-23EDD104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32796-9E56-445C-B216-67F3AA2C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099C-752E-4974-8E92-384C082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ti = _tensor_value_at(prune_graph.node_influence, idx)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tr = _tensor_value_at(prune_graph.node_relevance, idx)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Node(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node_id=base.node_id,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node_idx=idx,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feature=base.feature,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layer=str(base.layer),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ctx_idx=int(base.ctx_idx),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feature_type=base.feature_type,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token_prob=float(base.token_prob),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is_target_logit=base.is_target_logit,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run_idx=int(base.run_idx),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reverse_ctx_idx=int(base.reverse_ctx_idx),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jsNodeId=str(base.jsNodeId or base.node_id),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clerp=str(base.clerp),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influence=ti if ti is not None else base.influence,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activation=base.activation,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relevance=tr if tr is not None else base.relevance,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compute_sn_adj(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index_lists: list[list[int]],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45C0B-CF23-4FA7-B65A-00E8331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FAF6E-50AD-49D8-A0D4-C0F88AC3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62</a:t>
            </a:r>
          </a:p>
        </p:txBody>
      </p:sp>
    </p:spTree>
    <p:extLst>
      <p:ext uri="{BB962C8B-B14F-4D97-AF65-F5344CB8AC3E}">
        <p14:creationId xmlns:p14="http://schemas.microsoft.com/office/powerpoint/2010/main" val="205647963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4A8D5-BE3D-42FC-A748-5E28BF5A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7506-EE84-497F-A442-A5982856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41868-9663-4D5C-A462-BB61B526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8DCDA-AEB9-4FBC-8A21-847F53E0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A3EB8-73FF-4014-9204-D1FB940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"""Block-sum node adjacency into supernode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``index_lists`` contains K supernode member lists. ``pruned_adj`` has 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(N, N), with ``adj[target, source]``. The returned block matrix has 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(K, K), where ``block[t, s] = sum_{u in S_s, v in S_t} adj[v, u]``. It may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contain antiparallel pairs and longer SCCs; ``get_adj`` resolves these.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 = pruned_adj.detach().cpu().numpy().astype(np.float64)  # [tgt, src]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n_total = adj.shape[0]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n_sn = len(index_lists)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indicator[sn, node] = 1 iff node belongs to that supernode; shape (K,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indicator = np.zeros((n_sn, n_total), dtype=np.float64)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sn_idx, idxs in enumerate(index_lists):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i in idxs: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0 &lt;= i &lt; n_total: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indicator[sn_idx, i] = 1.0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block = indicator @ adj @ indicator.T  # (K, K), block[t, s].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np.fill_diagonal(block, 0.0)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block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@dataclass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48558-C952-4B70-B063-9B10519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5D961-05F3-49D6-8794-B330930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63</a:t>
            </a:r>
          </a:p>
        </p:txBody>
      </p:sp>
    </p:spTree>
    <p:extLst>
      <p:ext uri="{BB962C8B-B14F-4D97-AF65-F5344CB8AC3E}">
        <p14:creationId xmlns:p14="http://schemas.microsoft.com/office/powerpoint/2010/main" val="1131653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602CA0-0751-43B2-96F7-68C7815A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1EBE1-D489-430F-925E-4FA9E77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Node và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33391-246E-4B23-A033-6DED13A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52BFD-22EF-494C-9123-E5727453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1C454-FF74-4583-B8E6-68A7354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Supernode: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"""One grouped supernode: display name, typed members, role, and layer span."""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name: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features: list[Node]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type: SupernodeType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layer_min: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layer_max: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role: str = ""  # LLM-assigned cluster role ("Input" | "Abstract" | "Output" | "Trash")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description: str = ""  # LLM-assigned one-sentence description (two-pass scheme only)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member_node_ids(self)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[node.node_id for node in self.features]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2063C-BFAC-430D-97B9-AE1A7059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A489-6642-4641-A9C6-4F93B698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64</a:t>
            </a:r>
          </a:p>
        </p:txBody>
      </p:sp>
    </p:spTree>
    <p:extLst>
      <p:ext uri="{BB962C8B-B14F-4D97-AF65-F5344CB8AC3E}">
        <p14:creationId xmlns:p14="http://schemas.microsoft.com/office/powerpoint/2010/main" val="119430642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A4482F-C7AF-4AF5-BFCA-CA8595E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0F52E-51DD-4DAD-87E3-C5B88C0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compute_sn_adj block-sum cạnh node thành cạnh supernode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F05C2-0F04-4B6D-9BEB-81C7BB1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376DA-2128-4680-B732-91AFF29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E5127-C09E-4CCA-93CA-49F93FC1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index_lists của K supernodes và pruned_adj N×N.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block matrix K×K vẫn theo layout target/source.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Đường chéo bị đặt 0 để không hiển thị self-loop trong summary graph.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1DC64-ADC0-4108-9041-33DE93D2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72933-0B1E-4A9D-8D2D-D9E484D5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2466D-FF86-437F-9A9A-0589E480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indicator = zeros(K, N)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supernode k: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indicator[k, node_idx] = 1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block = indicator @ adj @ indicator.T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fill diagonal with 0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block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14245-EE0D-4186-8163-EC69B007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09F1E-B703-43B8-80F7-D07376E6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indicator[k, i] = 1 nghĩa là node i thuộc supernode k.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Nhân trái gom target theo supernode target.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Nhân phải gom source theo supernode source.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Kết quả block[t, s] vẫn nghĩa là source s → target 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609DA-0C56-4743-86CA-9D87770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8166D-4157-42CE-98DC-D673C983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B[t,s] = Σᵥ∈Sₜ Σᵤ∈Sₛ A[v,u]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46851-D5CD-4CE9-B18B-EDF86328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65</a:t>
            </a:r>
          </a:p>
        </p:txBody>
      </p:sp>
    </p:spTree>
    <p:extLst>
      <p:ext uri="{BB962C8B-B14F-4D97-AF65-F5344CB8AC3E}">
        <p14:creationId xmlns:p14="http://schemas.microsoft.com/office/powerpoint/2010/main" val="123929884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100A3D-80C0-49AE-A014-26B9048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2BBE5-2C54-4511-B147-B4233BCC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508BC-C647-492D-854D-6D4419F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BB2AF-4C5F-4555-928C-CBA74282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A7799-E5E4-48DE-B5E1-E7961540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compute_sn_adj(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index_lists: list[list[int]],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"""Block-sum node adjacency into supernode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``index_lists`` contains K supernode member lists. ``pruned_adj`` has 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(N, N), with ``adj[target, source]``. The returned block matrix has 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(K, K), where ``block[t, s] = sum_{u in S_s, v in S_t} adj[v, u]``. It may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contain antiparallel pairs and longer SCCs; ``get_adj`` resolves these.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 = pruned_adj.detach().cpu().numpy().astype(np.float64)  # [tgt, src]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n_total = adj.shape[0]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n_sn = len(index_lists)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indicator[sn, node] = 1 iff node belongs to that supernode; shape (K,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indicator = np.zeros((n_sn, n_total), dtype=np.float64)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sn_idx, idxs in enumerate(index_lists):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i in idxs: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0 &lt;= i &lt; n_total: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indicator[sn_idx, i] = 1.0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block = indicator @ adj @ indicator.T  # (K, K), block[t, s].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np.fill_diagonal(block, 0.0)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block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9CB6-0B44-4E29-BC83-D3B0B8B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7FD2F-6C12-45AE-ABF7-E03B3B0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66</a:t>
            </a:r>
          </a:p>
        </p:txBody>
      </p:sp>
    </p:spTree>
    <p:extLst>
      <p:ext uri="{BB962C8B-B14F-4D97-AF65-F5344CB8AC3E}">
        <p14:creationId xmlns:p14="http://schemas.microsoft.com/office/powerpoint/2010/main" val="49131216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27795-572F-4D66-9778-901B698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9DB29-8DDC-45EC-9AA2-41D826F8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5C8FD-1BE1-48E6-86B1-49E46B4A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6A98-41E3-45BB-A38E-2B2C2B3C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607CF-9CAB-4E24-B33F-DF460F7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@dataclass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Supernode: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"""One grouped supernode: display name, typed members, role, and layer span."""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name: str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features: list[Node]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type: SupernodeType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layer_min: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layer_max: int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role: str = ""  # LLM-assigned cluster role ("Input" | "Abstract" | "Output" | "Trash")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description: str = ""  # LLM-assigned one-sentence description (two-pass scheme only)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member_node_ids(self)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[node.node_id for node in self.features]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_compute_depths(supernodes: list[Supernode])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"""Median member-layer per supernode. emb → −∞, logit → +∞ (forced sources/sinks)."""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from summarization.utils import layer_index_from_node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depths = np.empty(len(supernodes), dtype=np.float64)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k, sn in enumerate(supernodes):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sn.type == "emb":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67E9F-E983-4AF4-83B3-6B1F318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2EE29-DF4D-482D-9B68-4F5AD0EB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67</a:t>
            </a:r>
          </a:p>
        </p:txBody>
      </p:sp>
    </p:spTree>
    <p:extLst>
      <p:ext uri="{BB962C8B-B14F-4D97-AF65-F5344CB8AC3E}">
        <p14:creationId xmlns:p14="http://schemas.microsoft.com/office/powerpoint/2010/main" val="9991568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E01E2A-551D-4335-BBC9-75AD0951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92915-EF75-4A2A-94C0-1CA6A99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8625E-B35B-4196-8F7D-D32B5DF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E7700-E438-49FC-945B-B98AADFF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A66FC-69AD-4D10-BB67-1637BBB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depths[k] = -np.inf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elif sn.type == "logit":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depths[k] = np.inf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layers = [layer_index_from_node(n) for n in sn.features]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depths[k] = float(np.median(layers)) if layers else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depths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_stable_argsort(supernodes: list[Supernode], depths: np.ndarray)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"""Sort by depth; ties → mean layer → min ctx_idx → supernode index."""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from summarization.utils import layer_index_from_node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keys: list[tuple[float, float, int, int]]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k, sn in enumerate(supernodes):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sn.features: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layers = [layer_index_from_node(n) for n in sn.features]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mean_layer = float(np.mean(layers))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min_ctx = min(n.ctx_idx for n in sn.features)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mean_layer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min_ctx = 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keys.append((float(depths[k]), mean_layer, int(min_ctx), k))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np.array(sorted(range(len(keys)), key=lambda i: keys[i]), dtype=np.int64)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9955B-AAD8-423E-8005-8697D6FC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0538A-9178-4297-B75E-80BF0BDD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68</a:t>
            </a:r>
          </a:p>
        </p:txBody>
      </p:sp>
    </p:spTree>
    <p:extLst>
      <p:ext uri="{BB962C8B-B14F-4D97-AF65-F5344CB8AC3E}">
        <p14:creationId xmlns:p14="http://schemas.microsoft.com/office/powerpoint/2010/main" val="76017521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00B69-7615-488C-AC1E-BCBD3652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SUMMARIZATION/SUMMARIZE.PY:180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ED0C6-20D1-417B-B704-0AF68D75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E6560-317E-45BA-A59F-D1D1D1F7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EBD9E-01B3-42E7-966F-B4470927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C77F4-06A2-4BB2-A123-9553DCD8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get_adj(supernodes: list[Supernode], pruned_adj: torch.Tensor)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"""Pack supernodes into a DAG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Block-sums ``pruned_adj`` over the supernode partition, then applies π: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Stage A collapses each antiparallel pair to its dominant direction (magnitude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reduced by the weaker side, sign following the survivor); Stage B removes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back-edges against an anchor-depth ordering (emb forced source, logit forced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sink). ``out[t, s]`` is the edge weight source ``s`` → target ``t``.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K supernodes are projected from the node-level graph into a (K, K) block graph.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index_lists = [[n.node_idx for n in sn.features if n.node_idx &gt;= 0] for sn in supernodes]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 = compute_sn_adj(index_lists, pruned_adj)  # block[t, s]; may contain cycles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 = M.shape[0]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--- Stage A: antiparallel collapse 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i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j in range(i + 1, 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 = float(M[i, j])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b = float(M[j, i])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abs_a, abs_b = abs(a), abs(b)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abs_a == 0.0 or abs_b == 0.0: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  # unilateral edge — nothing to collapse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14DB5-110D-4DF1-8463-FB4AC90A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10798-ED32-4515-9256-18EDA80A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69</a:t>
            </a:r>
          </a:p>
        </p:txBody>
      </p:sp>
    </p:spTree>
    <p:extLst>
      <p:ext uri="{BB962C8B-B14F-4D97-AF65-F5344CB8AC3E}">
        <p14:creationId xmlns:p14="http://schemas.microsoft.com/office/powerpoint/2010/main" val="647022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2E1BA-57E9-4471-AE96-529DC6E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7F6C4-CB68-4812-8B16-13751692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7AF51-137E-4725-A60D-1A1909F3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6F6E3-54B8-4D6E-8A78-FF61D5D2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F5F8F-67D2-486C-B56B-074D8D80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abs_a &gt; abs_b: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(abs_a - abs_b) * (1.0 if a &gt; 0 else -1.0)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elif abs_b &gt; abs_a: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(abs_b - abs_a) * (1.0 if b &gt; 0 else -1.0)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--- Stage B: anchor-ordered back-edge removal 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depths = _compute_depths(supernodes)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ordering = _stable_argsort(supernodes, depths)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rank = np.empty(n, dtype=np.int64)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rank[ordering] = np.arange(n)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t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s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M[t, s] != 0.0 and rank[s] &gt; rank[t]:  # source ranks later → back-edge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M[t, s]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Return shape (K, K), still in target/source layout.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@dataclass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9D6D1-D0C9-423D-BC93-E79DDE6F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BA47D-8F3F-4B11-9071-82B7F270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70</a:t>
            </a:r>
          </a:p>
        </p:txBody>
      </p:sp>
    </p:spTree>
    <p:extLst>
      <p:ext uri="{BB962C8B-B14F-4D97-AF65-F5344CB8AC3E}">
        <p14:creationId xmlns:p14="http://schemas.microsoft.com/office/powerpoint/2010/main" val="199839659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D6DBF-58B4-4B91-9739-071EDA45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E1086-4CBF-45D8-AEA1-765E18A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6A400-3BA5-4F34-9960-8776C34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2E048-CF51-46A1-B149-3242B62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2E4E-83F1-44C4-AD82-90A99099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= field(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default_factory=dict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  # provenance: prompt, target token, scan, prompt_tokens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adj_matrix: np.ndarray = field(init=False, repr=False)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__post_init__(self)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self.adj_matrix = get_adj(self.supernodes, self.pruned_adj)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sn_names(self)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[n.name for n in self.supernodes]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to_mapping(self) -&gt; dict[str, list[str]]: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n.member_node_ids()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node_by_name(self) -&gt; dict[str, Supernode]: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save(self, path: str)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"""Pickle supernodes + pruned_adj + metadata to ``path`` (.pt). adj_matrix is re-derived on load."""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torch.save(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125E1-6165-4208-B8B1-B33BCFB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55E6A-29B9-4400-AED7-955D005D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71</a:t>
            </a:r>
          </a:p>
        </p:txBody>
      </p:sp>
    </p:spTree>
    <p:extLst>
      <p:ext uri="{BB962C8B-B14F-4D97-AF65-F5344CB8AC3E}">
        <p14:creationId xmlns:p14="http://schemas.microsoft.com/office/powerpoint/2010/main" val="26783102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24B6F-4633-4E6A-B3B2-C25D2F4E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878D1-D17A-4BBB-8E20-CDF1FCF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33CF5-09C5-4356-8A15-D82F8ADD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2E8A2-98C7-4BA1-91E7-78F0D0C4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15F6F-AC3A-4814-B8BC-0034EA3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"supernodes": self.supernodes,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"pruned_adj": self.pruned_adj,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"metadata": self.metadata,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path,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@classmethod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load(cls, path: str) -&gt; "SummaryGraph":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"""Inverse of ``save``; ``__post_init__`` rebuilds the post-π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Pre-metadata ``.pt`` files load with empty metadata (see ADR 0001).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 = torch.load(path, map_location="cpu", weights_only=False)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cls(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supernodes=d["supernodes"],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pruned_adj=d["pruned_adj"],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metadata=d.get("metadata", {}),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summarize(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E58E9-10E3-45C7-9B53-5239613E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7/11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7595-455C-4525-9C02-914C27A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72</a:t>
            </a:r>
          </a:p>
        </p:txBody>
      </p:sp>
    </p:spTree>
    <p:extLst>
      <p:ext uri="{BB962C8B-B14F-4D97-AF65-F5344CB8AC3E}">
        <p14:creationId xmlns:p14="http://schemas.microsoft.com/office/powerpoint/2010/main" val="92183029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3A0A6-A62C-48E1-AE75-3DE68C1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7A9BD-BC2F-4DF2-9FAF-ED5E289A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2818B-4476-440D-B88A-AD5AA309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D4C6B-6FFC-489D-AB22-B12ACB09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59227-9D51-4FFF-B2CC-8DEF61C2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"""Stage 3: assemble grouped supernodes into the post-π summary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 are K supernodes and the original node-level pruned adjacency (N,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 returned ``SummaryGraph.adj_matrix`` is re-derived as a (K, K) DAG.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SummaryGraph(supernodes=supernodes, pruned_adj=pruned_adj, metadata=metadata or {})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steer_interventions(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orig_activations: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factors: dict[str, float] |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list[tuple[int, int, int, float]]: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"""Steer several supernodes at once: value = factor * orig_activation per CLT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Each feature is steered at its active position (Node.ctx_idx). factor=-1 negates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(paper steering), factor=0 ablates. ``factors`` is a per-supernode-name mapping or a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single float applied to all. ``orig_activations``: [n_layers, n_pos, d_transcoder].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 (layer, pos, feature_idx, value) tuples for ``feature_intervention``.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n_layers, n_pos, d_tc = orig_activations.shape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711D8-F937-4D6F-B633-2060F7E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8/11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A8476-823F-499A-A380-E30BC21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73</a:t>
            </a:r>
          </a:p>
        </p:txBody>
      </p:sp>
    </p:spTree>
    <p:extLst>
      <p:ext uri="{BB962C8B-B14F-4D97-AF65-F5344CB8AC3E}">
        <p14:creationId xmlns:p14="http://schemas.microsoft.com/office/powerpoint/2010/main" val="59336274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061C2-97EA-47F9-9DD6-7ABA1005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2328A-3149-4456-A2BD-80F4CBA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A208C-3C80-41D8-A9C7-1EEE167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F041E-FDA6-44DF-9254-8122E61B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BB724-73CB-418F-82D6-109EBE64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out: list[tuple[int, int, int, float]]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 in supernodes: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factor = factors if isinstance(factors, (int, float)) else factors[sn.name]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n in sn.features: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n.feature_type != "cross layer transcoder":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layer, feat = int(n.node_id.split("_")[0]), int(n.node_id.split("_")[1])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pos = n.ctx_idx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# orig_activations[layer, pos, feature] indexes shape (L, P, D_tc).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layer &lt; n_layers and pos &lt; n_pos and feat &lt; d_tc: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out.append((layer, pos, feat, factor * orig_activations[layer, pos, feat].item()))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constrained_window(layer: int, n_layers: int, layers_below: int, layers_above: int) -&gt; range: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"""Constrained-patching window around a source ``layer``: [layer-below, layer+above].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Clamped to valid layers. The paper's Fig. 9 default (below=0, above=1) gives the window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[l, l+1]: the feature's own-layer decode (l) plus its first cross-layer write (l+1); writes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above l+1 are dropped. CLT features decode only into layers &gt;= their own, so any slot below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 is empty — that is why ``layers_below`` defaults to 0.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range(max(0, layer - layers_below), min(layer + layers_above + 1, n_layers))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553B5-80B2-46E8-81CB-7A332272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9/11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F3585-0282-409B-805D-74B026CA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74</a:t>
            </a:r>
          </a:p>
        </p:txBody>
      </p:sp>
    </p:spTree>
    <p:extLst>
      <p:ext uri="{BB962C8B-B14F-4D97-AF65-F5344CB8AC3E}">
        <p14:creationId xmlns:p14="http://schemas.microsoft.com/office/powerpoint/2010/main" val="33638579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B054D-FAB4-4F59-8FF4-F4475B6A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2A673-74FF-4C49-BB5D-C7737FF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BB3AC-A6C1-4EE0-93AF-E33FBCB0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8FAE4-21AA-4C8B-972E-665C5FB4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AA3BA-D8C7-4F57-BA7F-26446F5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steer_interventions_constrained(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orig_activations: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factors: dict[str, float] |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layers_below: int = 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layers_above: int = 1,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list[tuple[range, list[tuple[int, int, int, float]]]]: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"""Constrained (direct-effect) steering, grouped per activation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Same per-feature value as ``steer_interventions`` (factor * orig_activation at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feature's active position), but returns one group per source layer ``l`` together with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its constrained window ``[l-layers_below, l+layers_above]`` (see ``constrained_window``).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Each group is meant for a *separate* ``feature_intervention(..., constrained_layers=window)``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pass — ``feature_intervention`` takes a single global range, so per-feature windows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 per-layer passes. The default (below=0, above=1) gives the paper's Fig. 9 window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[l, l+1]: own-layer decode plus the first cross-layer write. ``orig_activations``: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[n_layers, n_pos, d_transcoder].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n_layers, n_pos, d_tc = orig_activations.shape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by_layer: dict[int, list[tuple[int, int, int, float]]] = {}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 in supernodes: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factor = factors if isinstance(factors, (int, float)) else factors[sn.name]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n in sn.features: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88ADD-B44E-40DE-98B0-40EB3AFB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10/11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FF88E-86EF-4AD5-BEED-323CF703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75</a:t>
            </a:r>
          </a:p>
        </p:txBody>
      </p:sp>
    </p:spTree>
    <p:extLst>
      <p:ext uri="{BB962C8B-B14F-4D97-AF65-F5344CB8AC3E}">
        <p14:creationId xmlns:p14="http://schemas.microsoft.com/office/powerpoint/2010/main" val="38329760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F8F33-9FE9-455A-8819-0D500775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DE3D2-D2E0-47A5-8D00-18451689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compute_sn_adj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D40B5-2B9F-4A3B-BE68-39E78F1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77BE5-DC3A-42BF-B52C-185BFF20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4FC05-5089-46BB-956F-415005BE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n.feature_type != "cross layer transcoder":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layer, feat = int(n.node_id.split("_")[0]), int(n.node_id.split("_")[1])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pos = n.ctx_idx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# Group interventions by source layer so each group can use its own layer window.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layer &lt; n_layers and pos &lt; n_pos and feat &lt; d_tc: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value = factor * orig_activations[layer, pos, feat].item()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by_layer.setdefault(layer, []).append((layer, pos, feat, value))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[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(constrained_window(layer, n_layers, layers_below, layers_above), ivs)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layer, ivs in sorted(by_layer.items())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92FDF-BFD0-4BA0-A53A-4FDF616F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CAEA0-0B02-4346-B60B-5819FE6D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76</a:t>
            </a:r>
          </a:p>
        </p:txBody>
      </p:sp>
    </p:spTree>
    <p:extLst>
      <p:ext uri="{BB962C8B-B14F-4D97-AF65-F5344CB8AC3E}">
        <p14:creationId xmlns:p14="http://schemas.microsoft.com/office/powerpoint/2010/main" val="101144025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4487C-0DC3-4C91-BE86-F76337F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3 PROJECTION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C6501-45CC-41FD-9E91-579C7E26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π biến block graph có chu trình thành DAG để trình bày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D4E9-D554-4396-970D-01A54C25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DEA47-A019-4995-BAD8-747AF70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F2F5C-21D8-4514-AB98-2A4CC2C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supernodes và pruned_adj.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adj_matrix K×K sau π.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π có hai stage: collapse antiparallel rồi xóa back-edge theo depth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57FFB-324F-41CA-AE9F-249684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48C61-C383-4FDD-982D-741223DF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01D4B2-7964-42C7-ADFE-F1713982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M = compute_sn_adj(...)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pair i,j: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keep stronger direction, subtract weaker magnitude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depths = emb:-∞, logit:+∞, features:median layer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ordering = stable sort by depth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edge source s → target t: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rank[s] &gt; rank[t]: remove edge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25E31-B16C-4223-9C6E-7F3C54F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25FEE-6E4C-4665-A1C4-24255F41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Antiparallel collapse giữ net direction thay vì vẽ hai mũi tên đối nhau.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Embedding bị ép làm source sớm nhất; logit bị ép làm sink muộn nhất.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Stable sort làm output deterministic khi hai supernode cùng depth.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Back-edge là cạnh đi ngược thứ tự depth nên bị xóa để DAG dễ đọc.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A458F-DA96-477A-AC35-D1306E79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B35BD-4E81-48CB-8CD6-5778CF1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π(M) = remove antiparallel conflict + remove rank-violating edges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7B162-1AD8-47E5-B5D0-2CE1F8E6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77</a:t>
            </a:r>
          </a:p>
        </p:txBody>
      </p:sp>
    </p:spTree>
    <p:extLst>
      <p:ext uri="{BB962C8B-B14F-4D97-AF65-F5344CB8AC3E}">
        <p14:creationId xmlns:p14="http://schemas.microsoft.com/office/powerpoint/2010/main" val="1299795407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EF83B7-2F5A-4C18-BDE8-87CFB140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SUMMARIZATION/SUMMARIZE.PY:182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85B1E-4C17-40F4-9072-E7E8C14C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D2A91-871A-4F79-A25E-E1E347AF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2FC56-4EC9-4E74-80B6-1F5FD30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CA85E-8DAC-441A-A306-3E0E98AF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get_adj(supernodes: list[Supernode], pruned_adj: torch.Tensor) -&gt; np.ndarray: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"""Pack supernodes into a DAG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Block-sums ``pruned_adj`` over the supernode partition, then applies π: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Stage A collapses each antiparallel pair to its dominant direction (magnitude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reduced by the weaker side, sign following the survivor); Stage B removes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back-edges against an anchor-depth ordering (emb forced source, logit forced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sink). ``out[t, s]`` is the edge weight source ``s`` → target ``t``.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K supernodes are projected from the node-level graph into a (K, K) block graph.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index_lists = [[n.node_idx for n in sn.features if n.node_idx &gt;= 0] for sn in supernodes]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 = compute_sn_adj(index_lists, pruned_adj)  # block[t, s]; may contain cycles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 = M.shape[0]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--- Stage A: antiparallel collapse 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i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j in range(i + 1, 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 = float(M[i, j])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b = float(M[j, i])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abs_a, abs_b = abs(a), abs(b)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abs_a == 0.0 or abs_b == 0.0: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  # unilateral edge — nothing to collapse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abs_a &gt; abs_b: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D078A-716A-49E0-BC1C-53BD305A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8F1F9-BB0F-49C2-BB81-5000DA3D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78</a:t>
            </a:r>
          </a:p>
        </p:txBody>
      </p:sp>
    </p:spTree>
    <p:extLst>
      <p:ext uri="{BB962C8B-B14F-4D97-AF65-F5344CB8AC3E}">
        <p14:creationId xmlns:p14="http://schemas.microsoft.com/office/powerpoint/2010/main" val="200028314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42946-05BB-4762-B62B-1092EA8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B22C4-DA56-466F-9654-AB188463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2DC3E-5A6B-491D-BEEA-30293CF8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606A8-03EF-4C9E-BB19-4D4D6AD4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3C380-12D2-46A5-BCB3-FA21E12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(abs_a - abs_b) * (1.0 if a &gt; 0 else -1.0)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elif abs_b &gt; abs_a: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(abs_b - abs_a) * (1.0 if b &gt; 0 else -1.0)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M[i, j]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M[j, i] = 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--- Stage B: anchor-ordered back-edge removal 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depths = _compute_depths(supernodes)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ordering = _stable_argsort(supernodes, depths)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rank = np.empty(n, dtype=np.int64)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rank[ordering] = np.arange(n)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t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s in range(n):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M[t, s] != 0.0 and rank[s] &gt; rank[t]:  # source ranks later → back-edge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M[t, s] = 0.0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Return shape (K, K), still in target/source layout.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@dataclass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CC3D0-6A96-465D-A0D9-504855F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83649-2155-4C3B-9E5B-A87228D4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79</a:t>
            </a:r>
          </a:p>
        </p:txBody>
      </p:sp>
    </p:spTree>
    <p:extLst>
      <p:ext uri="{BB962C8B-B14F-4D97-AF65-F5344CB8AC3E}">
        <p14:creationId xmlns:p14="http://schemas.microsoft.com/office/powerpoint/2010/main" val="78053943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40781B-4CF7-4474-A710-25BBD792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1DEBA-6F4C-4CCD-8952-666BE39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F091C-73F4-41CE-A18F-2293185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0A014-A756-45A4-80B9-8627BBC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87501-27A3-4375-B7E6-3BEC3095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= field(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default_factory=dict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  # provenance: prompt, target token, scan, prompt_tokens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adj_matrix: np.ndarray = field(init=False, repr=False)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__post_init__(self)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self.adj_matrix = get_adj(self.supernodes, self.pruned_adj)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sn_names(self)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[n.name for n in self.supernodes]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to_mapping(self) -&gt; dict[str, list[str]]: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n.member_node_ids()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node_by_name(self) -&gt; dict[str, Supernode]: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save(self, path: str)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"""Pickle supernodes + pruned_adj + metadata to ``path`` (.pt). adj_matrix is re-derived on load."""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39E84-322C-4E2E-A611-97353B1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451B4-4F04-4B6F-B7FB-465A3E0E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80</a:t>
            </a:r>
          </a:p>
        </p:txBody>
      </p:sp>
    </p:spTree>
    <p:extLst>
      <p:ext uri="{BB962C8B-B14F-4D97-AF65-F5344CB8AC3E}">
        <p14:creationId xmlns:p14="http://schemas.microsoft.com/office/powerpoint/2010/main" val="1431557183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9D780-88A5-4E85-BAAF-336F9B9F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SUMMARIZATION/SUMMARIZE.PY:251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5162-C191-4081-BAD2-233AFE4A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3A0E2-DF57-4074-A8B5-FC803C95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9853D-80B0-4889-9ABC-F353BA8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2D473-E2C1-4151-8BE5-95F7B02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torch.save(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"supernodes": self.supernodes,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"pruned_adj": self.pruned_adj,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"metadata": self.metadata,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path,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@classmethod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load(cls, path: str) -&gt; "SummaryGraph":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"""Inverse of ``save``; ``__post_init__`` rebuilds the post-π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Pre-metadata ``.pt`` files load with empty metadata (see ADR 0001).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 = torch.load(path, map_location="cpu", weights_only=False)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cls(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supernodes=d["supernodes"],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pruned_adj=d["pruned_adj"],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metadata=d.get("metadata", {}),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7479E-8E3C-45E9-B8D0-246E391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C1DD7-42AF-4244-9272-A7337C9F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81</a:t>
            </a:r>
          </a:p>
        </p:txBody>
      </p:sp>
    </p:spTree>
    <p:extLst>
      <p:ext uri="{BB962C8B-B14F-4D97-AF65-F5344CB8AC3E}">
        <p14:creationId xmlns:p14="http://schemas.microsoft.com/office/powerpoint/2010/main" val="1269741306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668014-384B-46C9-962B-C3746594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SUMMARIZATION/SUMMARIZE.PY:274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9091B-B636-4FCB-93F4-7313B73D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9BCAC-E346-467E-99CD-3818ABB9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19A1D-9916-4E80-92B1-A6106C0A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E2AC9-5097-4A52-A470-A355D29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summarize(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"""Stage 3: assemble grouped supernodes into the post-π summary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 are K supernodes and the original node-level pruned adjacency (N,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 returned ``SummaryGraph.adj_matrix`` is re-derived as a (K, K) DAG.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SummaryGraph(supernodes=supernodes, pruned_adj=pruned_adj, metadata=metadata or {})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steer_interventions(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orig_activations: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factors: dict[str, float] |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list[tuple[int, int, int, float]]: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"""Steer several supernodes at once: value = factor * orig_activation per CLT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Each feature is steered at its active position (Node.ctx_idx). factor=-1 negates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(paper steering), factor=0 ablates. ``factors`` is a per-supernode-name mapping or a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single float applied to all. ``orig_activations``: [n_layers, n_pos, d_transcoder].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DDDA4-FD3E-4EE1-BFC0-EA905956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E2A79-ACC9-4CFB-8EA6-807749A1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82</a:t>
            </a:r>
          </a:p>
        </p:txBody>
      </p:sp>
    </p:spTree>
    <p:extLst>
      <p:ext uri="{BB962C8B-B14F-4D97-AF65-F5344CB8AC3E}">
        <p14:creationId xmlns:p14="http://schemas.microsoft.com/office/powerpoint/2010/main" val="200731950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2D6B41-F113-4F28-8AF6-F5F9376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SUMMARIZATION/SUMMARIZE.PY:297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9EFA8-7A4A-4AA0-88A8-9589A8D8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5C062-3375-4771-BB97-8FDA39B4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2620-6EB9-4368-99F7-3AD5306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4C2AC-C389-4007-BCD4-5B6BFB72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 (layer, pos, feature_idx, value) tuples for ``feature_intervention``.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n_layers, n_pos, d_tc = orig_activations.shape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out: list[tuple[int, int, int, float]] = []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 in supernodes: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factor = factors if isinstance(factors, (int, float)) else factors[sn.name]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n in sn.features: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n.feature_type != "cross layer transcoder":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layer, feat = int(n.node_id.split("_")[0]), int(n.node_id.split("_")[1])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pos = n.ctx_idx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# orig_activations[layer, pos, feature] indexes shape (L, P, D_tc).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layer &lt; n_layers and pos &lt; n_pos and feat &lt; d_tc: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out.append((layer, pos, feat, factor * orig_activations[layer, pos, feat].item()))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constrained_window(layer: int, n_layers: int, layers_below: int, layers_above: int) -&gt; range: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"""Constrained-patching window around a source ``layer``: [layer-below, layer+above].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Clamped to valid layers. The paper's Fig. 9 default (below=0, above=1) gives the window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[l, l+1]: the feature's own-layer decode (l) plus its first cross-layer write (l+1); writes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above l+1 are dropped. CLT features decode only into layers &gt;= their own, so any slot below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375D8-573F-4ECE-8D2F-AFA40B87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3B4FF-D97C-460D-A743-54FA3FFC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83</a:t>
            </a:r>
          </a:p>
        </p:txBody>
      </p:sp>
    </p:spTree>
    <p:extLst>
      <p:ext uri="{BB962C8B-B14F-4D97-AF65-F5344CB8AC3E}">
        <p14:creationId xmlns:p14="http://schemas.microsoft.com/office/powerpoint/2010/main" val="1947771535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4D1920-4DD8-4A0F-86BA-4D5FE5ED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785C-4403-4A59-A912-841DB952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8891-79DE-4E9F-ADCE-8F4B28D3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9E00B-CD91-4B20-85A5-F67F664E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3C914-5AA7-485B-9004-1EFF8DE8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 is empty — that is why ``layers_below`` defaults to 0.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range(max(0, layer - layers_below), min(layer + layers_above + 1, n_layers))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steer_interventions_constrained(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orig_activations: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factors: dict[str, float] | float,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layers_below: int = 0,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layers_above: int = 1,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list[tuple[range, list[tuple[int, int, int, float]]]]: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"""Constrained (direct-effect) steering, grouped per activation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Same per-feature value as ``steer_interventions`` (factor * orig_activation at the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feature's active position), but returns one group per source layer ``l`` together with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its constrained window ``[l-layers_below, l+layers_above]`` (see ``constrained_window``).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Each group is meant for a *separate* ``feature_intervention(..., constrained_layers=window)``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pass — ``feature_intervention`` takes a single global range, so per-feature windows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require per-layer passes. The default (below=0, above=1) gives the paper's Fig. 9 window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[l, l+1]: own-layer decode plus the first cross-layer write. ``orig_activations``: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[n_layers, n_pos, d_transcoder].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7E093-D8AB-45F8-8E52-37E52F71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7/8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840F4-D93B-46F6-BA34-8EFAC6F7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84</a:t>
            </a:r>
          </a:p>
        </p:txBody>
      </p:sp>
    </p:spTree>
    <p:extLst>
      <p:ext uri="{BB962C8B-B14F-4D97-AF65-F5344CB8AC3E}">
        <p14:creationId xmlns:p14="http://schemas.microsoft.com/office/powerpoint/2010/main" val="73734228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5CF5E-8BB5-4CD9-8E19-981EDAD3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SUMMARIZATION/SUMMARIZE.PY:343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7DD6D-87F7-461C-9C8E-125CA56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get_adj và 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209B-2CA8-42BE-A7D6-136D8FF9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5BDAA-76A8-4E8A-93D9-817E11F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096D4-190B-4DE0-927E-4E361F09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n_layers, n_pos, d_tc = orig_activations.shape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by_layer: dict[int, list[tuple[int, int, int, float]]] = {}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for sn in supernodes: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factor = factors if isinstance(factors, (int, float)) else factors[sn.name]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n in sn.features: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n.feature_type != "cross layer transcoder":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continue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layer, feat = int(n.node_id.split("_")[0]), int(n.node_id.split("_")[1])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pos = n.ctx_idx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# Group interventions by source layer so each group can use its own layer window.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if layer &lt; n_layers and pos &lt; n_pos and feat &lt; d_tc: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value = factor * orig_activations[layer, pos, feat].item()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by_layer.setdefault(layer, []).append((layer, pos, feat, value))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[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(constrained_window(layer, n_layers, layers_below, layers_above), ivs)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for layer, ivs in sorted(by_layer.items())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609BE-C538-4977-8F5B-0893D10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8/8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8F910-E458-449D-9E38-7AAEE4B5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85</a:t>
            </a:r>
          </a:p>
        </p:txBody>
      </p:sp>
    </p:spTree>
    <p:extLst>
      <p:ext uri="{BB962C8B-B14F-4D97-AF65-F5344CB8AC3E}">
        <p14:creationId xmlns:p14="http://schemas.microsoft.com/office/powerpoint/2010/main" val="574182907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D3D46-293B-4E00-9D9E-D12A2C0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STAGE 3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0932D-D085-42AA-BE7C-212446A4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SummaryGraph là artifact cuối của Stage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A7220-61FD-451B-846E-6B228440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7AFDF-79C8-4F3F-ADCB-35FBE5FD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C5878-B16A-4E1C-B6CC-4021AF35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Input: supernodes, pruned_adj, metadata.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SummaryGraph có adj_matrix sau π.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save/load chỉ lưu supernodes + pruned_adj + metadata; adj_matrix rebuild khi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3AD87-440D-4E39-BC42-90753DA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A47D6-36A4-461F-917A-50432AE2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35D18-8A5D-4D1C-A4AA-41BECAC6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__post_init__ calls get_adj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sn_names returns display names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to_mapping returns name → member ids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save serializes minimal state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load rebuilds SummaryGraph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summarize(...) returns SummaryGraph(...)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5F23F-B672-4242-9E3E-C577C6FE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62254-C604-4FE0-A0C2-CDB4D7B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Không lưu adj_matrix giúp tránh stale derived state.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metadata đi theo summary graph để labeling biết prompt/target/scan.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to_mapping là format tiện cho JSON và visualization.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summarize là public stage wrapper rất mỏng.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EB65-DB49-4D44-BBF9-7146A2D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86</a:t>
            </a:r>
          </a:p>
        </p:txBody>
      </p:sp>
    </p:spTree>
    <p:extLst>
      <p:ext uri="{BB962C8B-B14F-4D97-AF65-F5344CB8AC3E}">
        <p14:creationId xmlns:p14="http://schemas.microsoft.com/office/powerpoint/2010/main" val="85900530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2AD9D-A10A-4527-8434-96852B86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95390-C2F6-45F0-BEF9-3008095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SummaryGraph và summarize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8A717-66AB-4D7A-8E11-DF78F9F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E1016-1B43-4DFD-8590-1E7907D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4E095-D238-4D7E-A50B-EE697BB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class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= field(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default_factory=dict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  # provenance: prompt, target token, scan, prompt_tokens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adj_matrix: np.ndarray = field(init=False, repr=False)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__post_init__(self)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self.adj_matrix = get_adj(self.supernodes, self.pruned_adj)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@property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sn_names(self) -&gt; list[str]: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[n.name for n in self.supernodes]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to_mapping(self) -&gt; dict[str, list[str]]: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n.member_node_ids()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node_by_name(self) -&gt; dict[str, Supernode]: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{n.name: n for n in self.supernodes}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save(self, path: str) -&gt;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"""Pickle supernodes + pruned_adj + metadata to ``path`` (.pt). adj_matrix is re-derived on load."""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torch.save(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1A82-A76F-45D4-8B95-6E9BB9A5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C945A-15C2-4C46-BFAC-67EF5D8D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87</a:t>
            </a:r>
          </a:p>
        </p:txBody>
      </p:sp>
    </p:spTree>
    <p:extLst>
      <p:ext uri="{BB962C8B-B14F-4D97-AF65-F5344CB8AC3E}">
        <p14:creationId xmlns:p14="http://schemas.microsoft.com/office/powerpoint/2010/main" val="24452127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5FDD3-EDCE-46E9-99DE-84FB2A33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46872-6ABE-4E2A-943B-F56DDE3E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SummaryGraph và summarize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F4899-DEE9-49D2-ACC2-CA01CEBA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0CC08-C93D-4F92-B39A-88C4873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1FAFA-F9D5-44E1-9B50-37099C49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"supernodes": self.supernodes,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"pruned_adj": self.pruned_adj,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"metadata": self.metadata,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path,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@classmethod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def load(cls, path: str) -&gt; "SummaryGraph":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"""Inverse of ``save``; ``__post_init__`` rebuilds the post-π adjacency.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Pre-metadata ``.pt`` files load with empty metadata (see ADR 0001).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 = torch.load(path, map_location="cpu", weights_only=False)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return cls(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supernodes=d["supernodes"],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pruned_adj=d["pruned_adj"],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metadata=d.get("metadata", {}),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summarize(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supernodes: list[Supernode],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C0921-E203-446C-8804-D0FECBFC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5EA93-B8D7-4068-BC59-560217B4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88</a:t>
            </a:r>
          </a:p>
        </p:txBody>
      </p:sp>
    </p:spTree>
    <p:extLst>
      <p:ext uri="{BB962C8B-B14F-4D97-AF65-F5344CB8AC3E}">
        <p14:creationId xmlns:p14="http://schemas.microsoft.com/office/powerpoint/2010/main" val="130660911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2B6EF-4CD9-4D86-BAE7-1BB71A8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SUMMARIZATION/SUMMARIZE.PY:276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DBFE7-C8BA-4098-9FDF-02764BBC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SummaryGraph và summarize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84ED5-DA3D-4234-A651-24401E4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BE0B6-B0C6-4A2B-AE1F-78A1DE0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9507C-9022-4156-8C65-A862391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pruned_adj: torch.Tensor,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metadata: dict | None =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) -&gt; SummaryGraph: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"""Stage 3: assemble grouped supernodes into the post-π summary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 are K supernodes and the original node-level pruned adjacency (N,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The returned ``SummaryGraph.adj_matrix`` is re-derived as a (K, K) DAG.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SummaryGraph(supernodes=supernodes, pruned_adj=pruned_adj, metadata=metadata or {})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F6C23-5416-4272-8FC0-00C4AED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E3D7C-1175-4E96-A33A-6D6AA198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89</a:t>
            </a:r>
          </a:p>
        </p:txBody>
      </p:sp>
    </p:spTree>
    <p:extLst>
      <p:ext uri="{BB962C8B-B14F-4D97-AF65-F5344CB8AC3E}">
        <p14:creationId xmlns:p14="http://schemas.microsoft.com/office/powerpoint/2010/main" val="971861748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F25D2-AB86-4C17-8702-6C337F23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LABEL_GRAPH.TXT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EDA37-01F9-4E08-B4CC-2F635C19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Labeling prompt yêu cầu LLM giải thích supernode trong computation hiện tại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0C4A6-44FD-4728-9033-BB3730EF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8F344-C41D-4152-9071-ED09165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4B366-0235-4EF6-B77E-98A46F75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Input cho LLM: prompt, predicted token, supernodes, feature evidence.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Output: JSON list với id, role, label, description.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Scheme hiện tại là one-pass: một request nhìn toàn graph.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7ADA8-B3A5-4CF1-AD8F-67973E4B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72F60-ECBD-4EDF-A111-EAABB40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9D174-0855-4AA0-B43A-BA7ABFB4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read prompt and predicted token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inspect all supernodes before labeling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identify prompt information sources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identify concepts needed for next-token prediction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for each supernode: inspect feature evidence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assign role + 1-5 word label + short 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31EB-5734-4340-9DFD-8ECD37A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0BC85-6AD5-4D63-A097-9710B36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Prompt cấm giải thích feature globally; phải giải thích contribution trong graph này.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Role vocabulary khớp glossary: Input, Abstract, Output, Trash.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One-pass giúp label giữa các supernode nhất quán hơn two-pass.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JSON-only output giúp parser gán lại name/role/description vào object.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2D3AE-5088-4DFD-814B-81CF0BD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D39C9-9053-46E6-ABD8-B0563E38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4876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role ∈ {Input, Abstract, Output, Trash}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82BEB-7CAB-4194-A86B-CC133D4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90</a:t>
            </a:r>
          </a:p>
        </p:txBody>
      </p:sp>
    </p:spTree>
    <p:extLst>
      <p:ext uri="{BB962C8B-B14F-4D97-AF65-F5344CB8AC3E}">
        <p14:creationId xmlns:p14="http://schemas.microsoft.com/office/powerpoint/2010/main" val="135487776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391071-2F18-4FD0-BDA5-5311E6E1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277E7-7D9A-49E0-BF6C-CF44C118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3A471-C0B2-4D93-83E8-3DAF315E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0ACFD-92CA-4525-BD2A-A67D919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C3B13-1967-4A1D-9C2A-4CA0C62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You are explaining a summary graph of a language model's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You will be given: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The prompt processed by the model.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The token predicted by the model.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A set of supernodes.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A set of features belonging to each supernode.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Each feature is described only by: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Layer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Position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&lt;MAX_ACTIVATING_TOKENS&gt;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&lt;TOKENS_AFTER_MAX_ACTIVATING_TOKEN&gt;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&lt;TOP_POSITIVE_LOGITS&gt;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&lt;TOP_ACTIVATING_TEXTS&gt;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Your goal is NOT to explain what the features do in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Your goal is to explain what information each supernode contributes to THIS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Always interpret the supernodes in the context of: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21989-5DC0-4182-8848-4F597698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02150-8047-41F8-A5ED-2395BAC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91</a:t>
            </a:r>
          </a:p>
        </p:txBody>
      </p:sp>
    </p:spTree>
    <p:extLst>
      <p:ext uri="{BB962C8B-B14F-4D97-AF65-F5344CB8AC3E}">
        <p14:creationId xmlns:p14="http://schemas.microsoft.com/office/powerpoint/2010/main" val="193319275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418DAB-343E-4D74-BB21-AF4E5B1D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2D67D-677F-413D-98F7-A8084500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A4A46-6AFF-431B-B1FB-4540B965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FB39A-9F39-4304-95E0-7503D355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24410-8C7E-43C9-AE69-29E9D70C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1. The prompt.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2. The predicted token.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3. The layer and position evidence for each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ROLE DEFINITIONS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Input: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Activates on a token directly present in the prompt.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Recognizes entities, words, phrases, syntax, or local patterns.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Extracts evidence from the prompt.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Usually appears early in the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Abstract: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Represents concepts, relations, themes, reasoning steps, or intermediate computations.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Combines or transforms information from other supernodes.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Usually appears in the middle of the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Output: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Supports prediction of the next token.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Promotes candidate outputs.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Often reflected in top positive logits.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A3538-94B1-46B7-8EE7-73F7D9D0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DE191-294F-42ED-A27B-4FE16FF1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92</a:t>
            </a:r>
          </a:p>
        </p:txBody>
      </p:sp>
    </p:spTree>
    <p:extLst>
      <p:ext uri="{BB962C8B-B14F-4D97-AF65-F5344CB8AC3E}">
        <p14:creationId xmlns:p14="http://schemas.microsoft.com/office/powerpoint/2010/main" val="83753859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0B9BA-E8CC-4993-990D-BBAC233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SUMMARIZATION/PROMPTS/LABEL_GRAPH.TXT:47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BA7B8-9C92-421A-A9FF-778A5C65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FA95-AB40-444C-A214-28A8B138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ADBB6-41B8-41F8-8CC5-3E9D8870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837FA-F5B2-475D-AC0C-8BB4BF9D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Usually appears near the end of the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Trash: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No consistent pattern exists.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Evidence is noisy, unrelated to the computation.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Use only when no meaningful interpretation can be supported.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GLOBAL ANALYSIS PROCEDURE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1. Read the prompt and predicted token carefully.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2. Examine ALL supernodes before labeling any individual supernode.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3. Identify major information sources in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4. Identify major concepts required to predict the next 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5. For each supernode: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- Inspect its features.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- Inspect each feature's layer and position.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- Determine what information it contributes to this computation.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82B39-6A4F-4F58-BDBA-E302BC06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2B57E-E886-4AFB-B359-7990D9F7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93</a:t>
            </a:r>
          </a:p>
        </p:txBody>
      </p:sp>
    </p:spTree>
    <p:extLst>
      <p:ext uri="{BB962C8B-B14F-4D97-AF65-F5344CB8AC3E}">
        <p14:creationId xmlns:p14="http://schemas.microsoft.com/office/powerpoint/2010/main" val="13230980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BBE62-18E6-42C1-B2CE-BA85085F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SUMMARIZATION/PROMPTS/LABEL_GRAPH.TXT:70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51A20-9BBF-4058-9420-EB52F4EC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C8968-8956-4B9D-A6D4-0C958DC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3C98A-8D24-49C3-A48F-ACA7B92D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C620C-8B80-4169-8308-7A57479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6. Prefer explanations that make the set of supernodes coherent as a whole.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LABELING GUIDELINES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Labels should represent information carried by the supernode.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Good labels: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France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Capital cities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Geographic entities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Country-capital relation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Numbers ~30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say Paris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say J_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Bad labels: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Neuron that activates on...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This cluster seems related to...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General semantic feature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8A393-54CF-4FB5-9395-0BFD94FB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3B316-C2C7-4F82-B619-DD3B81EF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94</a:t>
            </a:r>
          </a:p>
        </p:txBody>
      </p:sp>
    </p:spTree>
    <p:extLst>
      <p:ext uri="{BB962C8B-B14F-4D97-AF65-F5344CB8AC3E}">
        <p14:creationId xmlns:p14="http://schemas.microsoft.com/office/powerpoint/2010/main" val="322297924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A7262-056B-44E5-820A-B9032DFA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SUMMARIZATION/PROMPTS/LABEL_GRAPH.TXT:93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88364-CC1A-41F4-A918-139299C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2DA79-CBAE-42B2-ADA8-4DF4F76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7E519-C513-4735-A91E-5BD3219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C8634-BFAD-49B3-8BDF-1F674C49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Prefer: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Specific concepts over broad themes.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Labels that distinguish related supernodes.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Information relevant to the prompt.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Computation-relevant explanations.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 Roles in this computation rather than global neuron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CONSISTENCY RULES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When multiple supernodes participate in the same reasoning chain: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Input: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France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Abstract: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Country-capital relation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Output: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Say Paris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Adjacent supernodes should typically represent different stages of computation unless the evidence strongly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7B14B-8F00-44F3-AFA8-352D6BE8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01BF-9BC0-4423-8C18-0DB23C43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95</a:t>
            </a:r>
          </a:p>
        </p:txBody>
      </p:sp>
    </p:spTree>
    <p:extLst>
      <p:ext uri="{BB962C8B-B14F-4D97-AF65-F5344CB8AC3E}">
        <p14:creationId xmlns:p14="http://schemas.microsoft.com/office/powerpoint/2010/main" val="318525185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154AA7-8456-475B-96A5-E343D26A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SUMMARIZATION/PROMPTS/LABEL_GRAPH.TXT:116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A2B78-5E42-4F60-A4B7-FECD878E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Copy prompt labeling one-pass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9D85E-1967-4780-9BEF-A2580DE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5C34C-BBCF-4ED8-BE93-9BBF4F47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2026B-0EB0-4F91-8CC8-F0957690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suggests otherwise.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OUTPUT FORMAT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--------------------------------------------------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Return JSON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"supernodes": [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"id": "&lt;supernode id&gt;",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"role": "Input | Abstract | Output | Trash",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"label": "&lt;1-5 word description&gt;",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"description": "&lt;one short sentence describing the contribution to the prediction&gt;"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41B98-6EEB-41E3-927D-4449B99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9EAAC-14D7-4616-8794-F0ABAA34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96</a:t>
            </a:r>
          </a:p>
        </p:txBody>
      </p:sp>
    </p:spTree>
    <p:extLst>
      <p:ext uri="{BB962C8B-B14F-4D97-AF65-F5344CB8AC3E}">
        <p14:creationId xmlns:p14="http://schemas.microsoft.com/office/powerpoint/2010/main" val="128911836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F44A12-08B3-4C32-8C61-29313024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SUMMARIZATION.__MAIN__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73AF3-5DB7-44E8-9EA3-2E33049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Cách chạy pipeline từ CLI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5AED7-9A21-4AC8-971F-8529F6D6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FFEA1-22B0-4153-B72E-EA58B4E0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Input /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CBCF2-C62C-4694-8119-9BE1905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Lệnh chạy phải dùng conda env circuit.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Có hai mode input: --prompt để chạy attribution mới hoặc --graph-pt để load graph đã có.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Output chính: supernodes JSON, supernode map JSON, optional summary_graph_out và figure HTML.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409BF-23BF-4ACA-9BB1-A4A1424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Pseudocode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A2E55-4AF0-45A1-811B-1C97EF6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AF681-FE21-4AD9-8894-715EF2D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610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python -m summarization --graph-pt graph.pt ...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or python -m summarization --prompt '...' ...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run_pipeline acquires Graph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AttrGraph.from_graph(graph)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optional token attribution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prune_attr_graph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optional filter_act_density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cluster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summarize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save JSON / SummaryGraph / figure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EA318-64BB-487D-A0AF-908F33D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Giải thích từng dòng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33B40-B9CF-4857-8466-FD92D05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--node-threshold và --edge-threshold điều khiển mức prune.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--combine-method, --normalization, --alpha điều khiển score combine.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--method ilp là canonical; legacy spectral/agglomerative nằm ở eval helper.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--eps-causal và --max-sn điều khiển ILP clustering.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83868-5082-4908-BD4F-CC4CCE80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97</a:t>
            </a:r>
          </a:p>
        </p:txBody>
      </p:sp>
    </p:spTree>
    <p:extLst>
      <p:ext uri="{BB962C8B-B14F-4D97-AF65-F5344CB8AC3E}">
        <p14:creationId xmlns:p14="http://schemas.microsoft.com/office/powerpoint/2010/main" val="207429665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951A4-86DB-45B3-BE45-5FE5B1F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F4B2E-A4D4-4104-B2A3-3DD87CD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Ví dụ lệnh chạy đầy đủ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6A4DC-37A1-41B7-B833-EB09AE8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724C7-15C3-4C3A-92DB-2992DFD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668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902A1-02F1-4D4C-AB91-8DB4B307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1727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conda run -n circuit python -m summarization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--graph-pt temp_graph_files/example_graph.pt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--logit-weights target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--token-weights "[0,0,0.5,0.5]"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--combine-method geometric --normalization rank --alpha 0.5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--node-threshold 0.02 --edge-threshold 0.9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--method ilp --max-layer-span 4 --eps-causal 0.05 --max-sn 20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--supernodes-out temp_graph_files/supernodes.json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--supernode-map-out temp_graph_files/supernode_map.json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--supernode-flow-out temp_graph_files/supernode_flow.json \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--figure-html-out temp_graph_files/summary_graph.html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CCB6B-DE11-43F0-B672-3EBB148C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Nếu muốn attribution mới, thay --graph-pt bằng --prompt và model/transcoder settings.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Nếu không có token weights thủ công, dùng --auto-token-weights để chạy SHAP token attribution.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Sau pipeline, labeling chạy qua summarization.label.label_supernodes trên SummaryGraph đã lưu.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DE5EF-8A65-46F9-B8DA-037E596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98</a:t>
            </a:r>
          </a:p>
        </p:txBody>
      </p:sp>
    </p:spTree>
    <p:extLst>
      <p:ext uri="{BB962C8B-B14F-4D97-AF65-F5344CB8AC3E}">
        <p14:creationId xmlns:p14="http://schemas.microsoft.com/office/powerpoint/2010/main" val="1189512162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AEB77-F769-4E29-92DA-36966DED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0C518-05E4-4FB7-905A-8E41CF48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449F4-6CF3-45D0-9C04-98E6525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0EB09-FF94-4E40-94D6-C9187049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2FEF9-5D66-42F1-B735-D50B805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build_parser() -&gt; argparse.ArgumentParser: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 = argparse.ArgumentParser(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description=(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"Attribute a prompt (or load a .pt graph), prune, optionally apply the 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"activation-density filter, cluster, and summarize supernodes."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Input: run local attribution on a prompt, or load an existing circuit_tracer .pt graph.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parser.add_argument("--prompt", type=str, default=None, help="Prompt to run attribution on.")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"--graph-pt",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help="Load an existing .pt graph instead of attributing.",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"--graph-pt-out", type=str, default=None, help="Save the attributed graph to this .pt path."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"--model", type=str, default="google/gemma-2-2b", help="HF model name for attribution."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parser.add_argument("--transcoder", type=str, default="mntss/clt-gemma-2-2b-2.5M")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D538E-B963-43EC-8960-9C8DA414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AC5FF-664F-481F-B175-B7D7B3B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99</a:t>
            </a:r>
          </a:p>
        </p:txBody>
      </p:sp>
    </p:spTree>
    <p:extLst>
      <p:ext uri="{BB962C8B-B14F-4D97-AF65-F5344CB8AC3E}">
        <p14:creationId xmlns:p14="http://schemas.microsoft.com/office/powerpoint/2010/main" val="1128190716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C974FD-A2A1-49CC-8EF8-6710B94D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C031-E537-40AD-84A8-CA720B1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277C1-0223-476A-B2A9-B7A0E8EE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E0F3D-0061-4567-8612-F9792156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61F78-A615-48D4-9FFA-6AC55FBE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"--dtype", type=str, choices=["bfloat16", "float16", "float32"], default="bfloat16"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"--backend", type=str, choices=["transformerlens", "nnsight"], default="transformerlens"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parser.add_argument("--max-n-logits", type=int, default=15)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parser.add_argument("--desired-logit-prob", type=float, default=0.99)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parser.add_argument("--max-feature-nodes", type=int, default=8192)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parser.add_argument("--batch-size", type=int, default=256)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Token weights: uniform (default), an explicit JSON list, or SHAP token attribution.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"--token-weights", type=str, default=None, help="JSON list string, e.g. '[0,0,0.5,0.5]'."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"--auto-token-weights",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action="store_true",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help="Compute SHAP token weights from the prompt (token_attribution stage).",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"--token-attr-model",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help="HF model for SHAP (defaults to the graph's).",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73215-C84D-43C3-8F63-66CA3AC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86EE-01E9-460D-B343-E509526E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100</a:t>
            </a:r>
          </a:p>
        </p:txBody>
      </p:sp>
    </p:spTree>
    <p:extLst>
      <p:ext uri="{BB962C8B-B14F-4D97-AF65-F5344CB8AC3E}">
        <p14:creationId xmlns:p14="http://schemas.microsoft.com/office/powerpoint/2010/main" val="9411891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0BB18-F543-404E-B039-63C2C41A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C4DE2-7624-4621-9613-29CD413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37BCA-AC3C-42C8-8502-EE00893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7AD16-21F7-4D5E-954E-5FBDDE8B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8D1A5-2D77-4BFB-9D87-EA620115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"--token-attr-normalize",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choices=["softmax", "sparsemax", "entmax15", "entmax"],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default="entmax",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parser.add_argument("--entmax-alpha", type=float, default=1.25)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parser.add_argument("--device", type=str, default="cuda")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Prune.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parser.add_argument("--logit-weights", type=str, choices=["probs", "target"], default="target")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"--combine-method",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choices=["geometric", "arithmetic", "harmonic"],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default="geometric",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"--normalization",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choices=["rank", "min_max"],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default="rank",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help="Score normalization method for influence/relevance pruning.",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7A2B3-47F1-4BBF-8C67-1C298C0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75BE7-24C3-49E8-BFB8-D997B6E9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101</a:t>
            </a:r>
          </a:p>
        </p:txBody>
      </p:sp>
    </p:spTree>
    <p:extLst>
      <p:ext uri="{BB962C8B-B14F-4D97-AF65-F5344CB8AC3E}">
        <p14:creationId xmlns:p14="http://schemas.microsoft.com/office/powerpoint/2010/main" val="155842232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D80E60-DD89-432F-B0EB-B67170E9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SUMMARIZATION/__MAIN__.PY:80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8AF94-45BB-416F-9BE5-F7AB8C9D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F5FBC-DB5E-44BB-96FE-348DD417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B1385-54A6-4DC4-A66B-0DBC4520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FA461-1966-40C6-9FEB-C0B0E26A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parser.add_argument("--alpha", type=float, default=0.5)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parser.add_argument("--node-threshold", type=float, default=0.02)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parser.add_argument("--edge-threshold", type=float, default=0.9)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parser.add_argument("--keep-all-tokens-and-logits", action="store_true")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Optional pruning substage: activation-density filter from the feature dashboards.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"--filter-act-density",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dest="filter_act_density",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action=argparse.BooleanOptionalAction,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default=True,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"Drop out-of-band activation-density features using the feature dashboards. 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"Use --no-filter-act-density to disable."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"--classify-filter",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dest="filter_act_density",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action="store_true",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help=argparse.SUPPRESS,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822A9-D79A-4261-AB2F-FB6CA751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063E0-90FC-47BB-93DF-FFF7EFA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102</a:t>
            </a:r>
          </a:p>
        </p:txBody>
      </p:sp>
    </p:spTree>
    <p:extLst>
      <p:ext uri="{BB962C8B-B14F-4D97-AF65-F5344CB8AC3E}">
        <p14:creationId xmlns:p14="http://schemas.microsoft.com/office/powerpoint/2010/main" val="8438418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6B1B7-3DE6-4A3A-8F77-79FC2B84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SUMMARIZATION/__MAIN__.PY:104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B35B7-B0D7-48B6-A00A-193AC18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B608-6841-4B91-9E22-44B174B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AEE0C-62A5-4AEF-8F2F-B6670F0A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0757A-EAE4-480F-AC4A-A21AA7E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"--model-id", type=str, default="gemma-2-2b", help="Neuronpedia modelId (upload)."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parser.add_argument("--act-density-lb", type=float, default=2e-5)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parser.add_argument("--act-density-ub", type=float, default=0.1)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Cluster.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"--method",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choices=["spectral", "agglomerative", "ilp"],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default="ilp",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"Clustering method. 'ilp' is the canonical package stage; spectral and 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"agglomerative are eval-owned legacy baselines."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parser.add_argument("--target-k", type=int, default=7)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parser.add_argument("--auto-k", action="store_true")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parser.add_argument("--k-min", type=int, default=None)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parser.add_argument("--k-max", type=int, default=None)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parser.add_argument("--max-layer-span", type=int, default=4)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parser.add_argument("--max-sn", type=int, default=None)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"--ilp-time-limit", type=float, default=30.0, help="HiGHS time limit (s) for --method ilp."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49F5-9F7E-4B9D-BAF3-91BDC156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2EF17-B7BB-4FF6-B6D3-4A02B53D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103</a:t>
            </a:r>
          </a:p>
        </p:txBody>
      </p:sp>
    </p:spTree>
    <p:extLst>
      <p:ext uri="{BB962C8B-B14F-4D97-AF65-F5344CB8AC3E}">
        <p14:creationId xmlns:p14="http://schemas.microsoft.com/office/powerpoint/2010/main" val="1150189114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CF63B-6C09-4161-AFCD-ADADFAAD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SUMMARIZATION/__MAIN__.PY:128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DF53D-16A3-428E-A0E2-593C2C1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1DFE1-256E-4E8E-8A24-7CD9A1D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4F601-A16C-42F9-BA40-61C8A895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BB0EB-7939-432A-81D6-FDA30A44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"--mean-method",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type=str,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choices=["geo", "harm", "arith"],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default="arith",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help="How to combine output/input cosine similarities when building clustering affinity.",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parser.add_argument("--random-state", type=int, default=42)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parser.add_argument("--n-init", type=int, default=20)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Stage-2 causal control. ILP always minimizes L_atom; --eps-causal adds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the hard constraint C_causal &lt;= eps_causal.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parser.add_argument("--eps-causal", type=float, default=None)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Outputs.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parser.add_argument("--supernodes-out", type=str, default="temp_graph_files/supernodes.json")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"--supernode-map-out", type=str, default="temp_graph_files/supernode_map.json"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parser.add_argument("--supernode-flow-out", type=str, default=None)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parser.add_argument("--auto-k-sweep-out", type=str, default=None)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"--figure-html-out", type=str, default=None, help="Optional HTML visualization output path."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10395-5A47-4EE0-91E9-F2842BB5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BBDF2-382A-4D3B-83BB-86F0C39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104</a:t>
            </a:r>
          </a:p>
        </p:txBody>
      </p:sp>
    </p:spTree>
    <p:extLst>
      <p:ext uri="{BB962C8B-B14F-4D97-AF65-F5344CB8AC3E}">
        <p14:creationId xmlns:p14="http://schemas.microsoft.com/office/powerpoint/2010/main" val="1169893127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C69A9E-2919-4B38-A6C2-43104B5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SUMMARIZATION/__MAIN__.PY:152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F683A-8405-4749-91CB-9AC29EDE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CLI parser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CA2D7-ED61-4E49-9348-D4D76ACC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ECCDA-F1A7-4A01-9388-0DC72464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0BFA0-F155-47B9-B415-C3100C2F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Upload the summarized supernodes to Neuronpedia.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parser.add_argument("--upload", action="store_true")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parser.add_argument("--slug", type=str, default=None, help="Subgraph slug used for upload.")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"--display-name", type=str, default=None, help="Display name used for upload."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parser.add_argument("--upload-pruning-threshold", type=float, default=0.8)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parser.add_argument("--upload-density-threshold", type=float, default=0.99)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parser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E984B-161A-45B2-B4D6-F4830CF4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7/7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4985A-8669-4C06-8158-C6B56C04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105</a:t>
            </a:r>
          </a:p>
        </p:txBody>
      </p:sp>
    </p:spTree>
    <p:extLst>
      <p:ext uri="{BB962C8B-B14F-4D97-AF65-F5344CB8AC3E}">
        <p14:creationId xmlns:p14="http://schemas.microsoft.com/office/powerpoint/2010/main" val="24096643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14486-483E-4EDA-891E-A31F348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SUMMARIZATION/PIPELINE.PY:168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0A4F4-0CE3-43BD-955C-17F81FB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1473A-06E4-4016-B170-46AC733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B97D8-1659-43C6-B34F-98DBA78D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C82CD-26A9-4A20-A7BC-6338AAFE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def run_pipeline(args: argparse.Namespace) -&gt; dict[str, Any]: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"""Run the full summarization pipeline and save requested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Inputs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args: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Parsed CLI/API namespace. It either identifies an existing attribution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graph (``graph_pt``) or enough model/prompt settings to create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dict[str, Any]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Small JSON-compatible run summary: pruned graph sizes, resolved cluster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count, supernode mapping, optional figure path, and optional upload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Algorithm stages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----------------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0. Acquire a ``circuit_tracer.Graph``.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1. Convert it to ``AttrGraph`` with node list length N and adjacency (N, N).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2. Optionally compute P prompt-token weights and map them to embedding 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3. Prune nodes/edges into ``PruneGraph``.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4. Cluster middle nodes into K supernodes.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5. Assemble a ``SummaryGraph`` with post-π adjacency shape (K, K).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9AE0C-3E18-44BA-99D9-0B2A8C33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1/9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BA8F4-65D4-4EB5-8B50-839FE3FA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106</a:t>
            </a:r>
          </a:p>
        </p:txBody>
      </p:sp>
    </p:spTree>
    <p:extLst>
      <p:ext uri="{BB962C8B-B14F-4D97-AF65-F5344CB8AC3E}">
        <p14:creationId xmlns:p14="http://schemas.microsoft.com/office/powerpoint/2010/main" val="752671182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A80316-029A-4E1D-9BE2-CBBE8B93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SUMMARIZATION/PIPELINE.PY:191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598E7-59C1-4EAB-B1D8-9D038C1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DFC1E-E464-462A-A755-F19E731B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62FD9-C392-45D5-B7D2-0E43CB4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55422-A4E6-42B7-BBDD-4ED038FF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"""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0: produce a circuit_tracer Graph (local attribution or loaded .pt).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"Loading attribution graph", 0.05)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graph = _acquire_graph(args)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"Building attribution graph view", 0.12)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ag = AttrGraph.from_graph(graph)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0b (optional): SHAP token weights from the graph's prompt.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token_weights is length P in prompt-token order, then remapped to embedding nodes.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token_weights = _parse_token_weights(args.token_weights)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args.auto_token_weights and token_weights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_report_progress(args, "Computing token attribution weights", 0.22)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shap_model = 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args.token_attr_model or getattr(graph.cfg, "tokenizer_name", None) or args.model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token_weights = _shap_token_weights(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model_name=shap_model,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normalize_method=args.token_attr_normalize,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entmax_alpha=args.entmax_alpha if args.token_attr_normalize == "entmax" else None,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device=args.device,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518DC-08E6-41A6-8B2A-92395D25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2/9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7CC08-C7C8-49A4-9BAF-A385C6A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107</a:t>
            </a:r>
          </a:p>
        </p:txBody>
      </p:sp>
    </p:spTree>
    <p:extLst>
      <p:ext uri="{BB962C8B-B14F-4D97-AF65-F5344CB8AC3E}">
        <p14:creationId xmlns:p14="http://schemas.microsoft.com/office/powerpoint/2010/main" val="1197001931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E7103-73DF-4709-9404-F221803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SUMMARIZATION/PIPELINE.PY:214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37DB-BCD2-4F30-8DD4-5C6043FA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0B92E-4F27-496B-B60D-1619D1F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0E1FC-3B78-4BF2-B797-83C1776B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821E8-F408-4D55-B7AE-2BE8E16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1: prune (AttrGraph -&gt; PruneGraph, pure tensor math over adj[target, source]).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"Pruning attribution graph", 0.35)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prune_graph = prune_attr_graph(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logit_weights=args.logit_weights,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token_weights=token_weights,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node_threshold=args.node_threshold,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edge_threshold=args.edge_threshold,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combine_method=getattr(args, "combine_method", "geometric"),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normalization=getattr(args, "normalization", "rank"),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alpha=getattr(args, "alpha", 0.5),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keep_all_tokens_and_logits=args.keep_all_tokens_and_logits,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1b (optional): activation-density filter from the feature dashboards.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getattr(args, "filter_act_density", False) or getattr(args, "classify_filter", False):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_report_progress(args, "Filtering activation density", 0.48)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prune_graph = filter_act_density(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act_density_lb=args.act_density_lb,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act_density_ub=args.act_density_ub,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A916E-8D5D-4743-B340-7C0805D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3/9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7DD6D-B2BB-4BCC-ABC4-E1290DA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108</a:t>
            </a:r>
          </a:p>
        </p:txBody>
      </p:sp>
    </p:spTree>
    <p:extLst>
      <p:ext uri="{BB962C8B-B14F-4D97-AF65-F5344CB8AC3E}">
        <p14:creationId xmlns:p14="http://schemas.microsoft.com/office/powerpoint/2010/main" val="810267575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2376B7-D7A3-4AB5-B167-BC390A80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SUMMARIZATION/PIPELINE.PY:237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CC39C-16D7-405E-B269-C0ABFD54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EF80D-B795-449A-8F42-8935029A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4E4D-0239-4DC1-A3FE-8B4E2E8C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3E058-F340-4DCF-814A-807F28F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2: cluster (ILP canonical; legacy baselines remain eval-owned).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rows contains K typed Supernode objects, including embedding/logit singleton anchors.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"Clustering supernodes", 0.62)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sweep: dict[int, dict[str, Any]] = {}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args.method == "ilp":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rows = cluster(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theta=getattr(args, "theta", DEFAULT_THETA),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max_layer_span=args.max_layer_span,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max_sn=args.max_sn,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eps_causal=args.eps_causal,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ilp_time_limit=args.ilp_time_limit,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resolved_k = sum(1 for s in rows if s.type == "features")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else: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resolved_k = args.target_k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args.auto_k: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resolved_k, sweep = find_best_k(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max_layer_span=args.max_layer_span,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k_min_override=args.k_min,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k_max_override=args.k_max,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max_sn=args.max_sn,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D6648-59AC-4FAD-9974-BD3B0E9A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4/9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D6E34-D4FE-4F87-9E50-D7E13937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109</a:t>
            </a:r>
          </a:p>
        </p:txBody>
      </p:sp>
    </p:spTree>
    <p:extLst>
      <p:ext uri="{BB962C8B-B14F-4D97-AF65-F5344CB8AC3E}">
        <p14:creationId xmlns:p14="http://schemas.microsoft.com/office/powerpoint/2010/main" val="465494233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E8A06-8C3E-442A-B8CA-81DD26E0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SUMMARIZATION/PIPELINE.PY:260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67EE-4CB5-4072-8B3A-BB1DC8F1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96204-7010-4427-997E-A550EE1F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94629-DAD9-46EC-BAFF-875D73B5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61DA-E654-42BC-95CF-A739A2DB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mean_method=args.mean_method,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random_state=args.random_state,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    n_init=args.n_init,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resolved_k is None: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resolved_k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rows = legacy_cluster(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prune_graph,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num_clusters=resolved_k,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method=args.method,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max_layer_span=args.max_layer_span,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max_sn=args.max_sn,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mean_method=args.mean_method,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random_state=args.random_state,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n_init=args.n_init,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supernode_map = {s.name: s.member_node_ids() for s in rows}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# Stage 3: summarize. SummaryGraph re-computes a post-π supernode DAG of shape (K, K).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"Assembling summary graph", 0.78)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sng = summarize(rows, prune_graph.pruned_adj, prune_graph.metadata)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labelled_supernodes = _supernodes_for_upload(rows)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AE0A-6252-4CA7-B868-CACB1DA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5/9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5FE82-D6B2-4293-870A-17C2C6ED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110</a:t>
            </a:r>
          </a:p>
        </p:txBody>
      </p:sp>
    </p:spTree>
    <p:extLst>
      <p:ext uri="{BB962C8B-B14F-4D97-AF65-F5344CB8AC3E}">
        <p14:creationId xmlns:p14="http://schemas.microsoft.com/office/powerpoint/2010/main" val="513444202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31AB3-9F01-4445-9E10-76FD5FB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SUMMARIZATION/PIPELINE.PY:283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4BADF-CF46-4917-BEC2-B62D6CF5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7F7CC-B3E2-40EC-BFEB-45B4066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2A187-F06D-43F4-8C2A-86A70B1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01F4C-2B7B-4F4E-B366-D84DEC98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"Saving summary artifacts", 0.84)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summary_graph_out = getattr(args, "summary_graph_out", None)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summary_graph_out: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 = Path(summary_graph_out)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out.parent.mkdir(parents=True, exist_ok=True)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sng.save(str(out))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_save_json(args.supernodes_out, labelled_supernodes)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_save_json(args.supernode_map_out, supernode_map)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_save_json(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args.supernode_flow_out,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"sn_names": sng.sn_names,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"sn_adj": sng.adj_matrix,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"supernodes": sng.to_mapping(),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_save_json(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getattr(args, "auto_k_sweep_out", None),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str(k): {key: value for key, value in score.items() if key != "final_supernodes"}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for k, score in sweep.items()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C4B4E-F41B-4022-B567-07159813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6/9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72F6-F9F1-464B-B646-C8F8C780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111</a:t>
            </a:r>
          </a:p>
        </p:txBody>
      </p:sp>
    </p:spTree>
    <p:extLst>
      <p:ext uri="{BB962C8B-B14F-4D97-AF65-F5344CB8AC3E}">
        <p14:creationId xmlns:p14="http://schemas.microsoft.com/office/powerpoint/2010/main" val="77539541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0B471-6886-4DD6-8444-B838BF4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SUMMARIZATION/PIPELINE.PY:306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71727-DA12-4CA0-8DA0-19A5BAEC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B94CF-E048-4728-A40F-8868A11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4220-E342-4E7D-A796-45D8A5C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15AA6-F423-432F-B74F-A537402A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figure_path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args.figure_html_out: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_report_progress(args, "Rendering summary figure", 0.92)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fig = supernode_graph_figure(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sng=sng,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final_supernodes=supernode_map,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attr={n.node_id: asdict(n) for n in prune_graph.nodes},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title="Summarization supernode graph",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 = Path(args.figure_html_out)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out.parent.mkdir(parents=True, exist_ok=True)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fig.write_html(str(out), include_plotlyjs="cdn")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figure_path = str(out)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upload_status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upload_body = None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if args.upload: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_report_progress(args, "Uploading summary graph", 0.96)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not args.slug or not args.display_name: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ValueError("--upload requires --slug and --display-name.")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F83E0-FDAA-4B24-A117-2CC7360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7/9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CE17C-269C-4232-8170-AC2DA0F0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112</a:t>
            </a:r>
          </a:p>
        </p:txBody>
      </p:sp>
    </p:spTree>
    <p:extLst>
      <p:ext uri="{BB962C8B-B14F-4D97-AF65-F5344CB8AC3E}">
        <p14:creationId xmlns:p14="http://schemas.microsoft.com/office/powerpoint/2010/main" val="213290972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DC0598-162F-4F83-881A-7219B66E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SUMMARIZATION/PIPELINE.PY:329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40088-4C75-40B8-B57C-EE086DB9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FBDD5-EE9A-4BC5-B888-5F8E6F25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929A2-9D4A-420F-8C55-E853288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D9203-A807-4B4B-A22A-F860485F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not 0.0 &lt;= float(args.upload_pruning_threshold) &lt;= 1.0: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ValueError("--upload-pruning-threshold must be between 0 and 1.")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if not 0.0 &lt;= float(args.upload_density_threshold) &lt;= 1.0: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raise ValueError("--upload-density-threshold must be between 0 and 1.")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upload_status, upload_body = save_subgraph(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modelId=args.model_id,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slug=args.slug,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displayName=args.display_name,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pinnedIds=prune_graph.node_ids,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supernodes=labelled_supernodes,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pruningThreshold=args.upload_pruning_threshold,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    densityThreshold=args.upload_density_threshold,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_report_progress(args, "Summary pipeline complete", 1.0)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return {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"pruned_nodes": prune_graph.num_nodes,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"pruned_edges": prune_graph.num_edges,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"resolved_k": resolved_k,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"auto_k_candidates": len(sweep),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"supernodes": labelled_supernodes,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"supernode_map": supernode_map,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"figure_html_out": figure_path,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C8C1F-1CC0-451D-A955-236422A4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8/9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1F143-725F-467C-AE4C-5580159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113</a:t>
            </a:r>
          </a:p>
        </p:txBody>
      </p:sp>
    </p:spTree>
    <p:extLst>
      <p:ext uri="{BB962C8B-B14F-4D97-AF65-F5344CB8AC3E}">
        <p14:creationId xmlns:p14="http://schemas.microsoft.com/office/powerpoint/2010/main" val="1833660023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BADB5-70CB-4556-8DC9-236971A9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SUMMARIZATION/PIPELINE.PY:352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6B31A-94AC-4F32-9985-F668F12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 run_pipeline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42A47-0B04-41F3-B228-7FAF5C5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7DB79-709A-4E73-ACD9-4296BC2D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002F-9F7D-49A5-B9F0-C048F4C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"upload_status": upload_status,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    "upload_body": upload_body,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111827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146F2-67D2-4D79-BC1B-AA350D2E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9144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B5563"/>
                </a:solidFill>
                <a:latin typeface="Aptos"/>
                <a:ea typeface="Aptos"/>
                <a:cs typeface="Aptos"/>
              </a:rPr>
              <a:t>Phần 9/9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59E17-3829-4DBB-86D6-B7DCC88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114</a:t>
            </a:r>
          </a:p>
        </p:txBody>
      </p:sp>
    </p:spTree>
    <p:extLst>
      <p:ext uri="{BB962C8B-B14F-4D97-AF65-F5344CB8AC3E}">
        <p14:creationId xmlns:p14="http://schemas.microsoft.com/office/powerpoint/2010/main" val="1296830909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C77A1D-F055-4EE4-92E6-16C9317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KẾT THÚC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CAC8B-D9E2-4DFA-A53C-4BE90235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Checklist để trình bày walkthrough mạch lạc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7CE02-1277-4B16-B1C2-3D24673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D4700-0BCA-4496-8EF3-B9454577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Bắt đầu bằng quy ước adj[target, source]; nếu mất quy ước này thì mọi công thức dễ bị đảo.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Nhấn mạnh prune là giữ computation vừa output-relevant vừa input-grounded.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Giải thích clustering qua φ trước, rồi mới nói ILP objective.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Ở summarize, nói rõ π là phép trình bày DAG, không phải pruning lại node.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Labeling là semantic pass sau cùng, không thay đổi cấu trúc graph.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C32EE-C2AA-47FD-AFE3-1EA916B8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Điểm cần tránh khi nói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A3124-BC66-48DC-8C9C-38E8F6D9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953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Đừng gọi role labeling là feature classification; glossary đã deprecated khái niệm đó.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Đừng nói SummaryGraph là graph gốc; nó là graph post-prune, post-cluster, post-π.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• Đừng bỏ qua metadata vì labeling phụ thuộc prompt, target token và scan.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8939-7518-463E-87D1-0B190B7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CA3AF"/>
                </a:solidFill>
                <a:latin typeface="Aptos"/>
                <a:ea typeface="Aptos"/>
                <a:cs typeface="Aptos"/>
              </a:rPr>
              <a:t>Code walkthrough graph summarization · 115</a:t>
            </a:r>
          </a:p>
        </p:txBody>
      </p:sp>
    </p:spTree>
    <p:extLst>
      <p:ext uri="{BB962C8B-B14F-4D97-AF65-F5344CB8AC3E}">
        <p14:creationId xmlns:p14="http://schemas.microsoft.com/office/powerpoint/2010/main" val="1003499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2026-07-08T15:15:37.3000000Z</dcterms:created>
  <dcterms:modified xsi:type="dcterms:W3CDTF">2026-07-08T15:15:37.3000000Z</dcterms:modified>
</coreProperties>
</file>